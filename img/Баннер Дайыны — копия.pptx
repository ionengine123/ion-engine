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3"/>
  </p:sldMasterIdLst>
  <p:notesMasterIdLst>
    <p:notesMasterId r:id="rId5"/>
  </p:notesMasterIdLst>
  <p:sldIdLst>
    <p:sldId id="258" r:id="rId4"/>
    <p:sldId id="259" r:id="rId6"/>
    <p:sldId id="266" r:id="rId7"/>
    <p:sldId id="274" r:id="rId8"/>
    <p:sldId id="275" r:id="rId9"/>
    <p:sldId id="270" r:id="rId10"/>
    <p:sldId id="273" r:id="rId11"/>
    <p:sldId id="271" r:id="rId12"/>
    <p:sldId id="278" r:id="rId13"/>
    <p:sldId id="284" r:id="rId14"/>
  </p:sldIdLst>
  <p:sldSz cx="9906000" cy="6858000" type="A4"/>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9728" autoAdjust="0"/>
    <p:restoredTop sz="94660"/>
  </p:normalViewPr>
  <p:slideViewPr>
    <p:cSldViewPr snapToGrid="0">
      <p:cViewPr>
        <p:scale>
          <a:sx n="75" d="100"/>
          <a:sy n="75" d="100"/>
        </p:scale>
        <p:origin x="840" y="3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158982-0D9B-4660-9C36-1B15D035A37A}" type="datetimeFigureOut">
              <a:rPr lang="ru-RU" smtClean="0"/>
            </a:fld>
            <a:endParaRPr lang="ru-RU"/>
          </a:p>
        </p:txBody>
      </p:sp>
      <p:sp>
        <p:nvSpPr>
          <p:cNvPr id="4" name="Образ слайда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72CB1B-8818-4D54-903B-9A542B662FED}" type="slidenum">
              <a:rPr lang="ru-RU" smtClean="0"/>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bg>
      <p:bgPr>
        <a:gradFill>
          <a:gsLst>
            <a:gs pos="0">
              <a:schemeClr val="accent3">
                <a:lumMod val="60000"/>
                <a:lumOff val="40000"/>
              </a:schemeClr>
            </a:gs>
            <a:gs pos="100000">
              <a:schemeClr val="accent3"/>
            </a:gs>
          </a:gsLst>
          <a:lin ang="2700000" scaled="1"/>
        </a:gradFill>
        <a:effectLst/>
      </p:bgPr>
    </p:bg>
    <p:spTree>
      <p:nvGrpSpPr>
        <p:cNvPr id="1" name=""/>
        <p:cNvGrpSpPr/>
        <p:nvPr/>
      </p:nvGrpSpPr>
      <p:grpSpPr>
        <a:xfrm>
          <a:off x="0" y="0"/>
          <a:ext cx="0" cy="0"/>
          <a:chOff x="0" y="0"/>
          <a:chExt cx="0" cy="0"/>
        </a:xfrm>
      </p:grpSpPr>
      <p:sp>
        <p:nvSpPr>
          <p:cNvPr id="11" name="Freeform 94"/>
          <p:cNvSpPr/>
          <p:nvPr userDrawn="1"/>
        </p:nvSpPr>
        <p:spPr>
          <a:xfrm rot="5400000">
            <a:off x="5938783" y="324336"/>
            <a:ext cx="4290312" cy="3641643"/>
          </a:xfrm>
          <a:custGeom>
            <a:avLst/>
            <a:gdLst>
              <a:gd name="connsiteX0" fmla="*/ 0 w 4290312"/>
              <a:gd name="connsiteY0" fmla="*/ 4445166 h 4482022"/>
              <a:gd name="connsiteX1" fmla="*/ 0 w 4290312"/>
              <a:gd name="connsiteY1" fmla="*/ 0 h 4482022"/>
              <a:gd name="connsiteX2" fmla="*/ 4221879 w 4290312"/>
              <a:gd name="connsiteY2" fmla="*/ 0 h 4482022"/>
              <a:gd name="connsiteX3" fmla="*/ 4246895 w 4290312"/>
              <a:gd name="connsiteY3" fmla="*/ 140082 h 4482022"/>
              <a:gd name="connsiteX4" fmla="*/ 4290312 w 4290312"/>
              <a:gd name="connsiteY4" fmla="*/ 713926 h 4482022"/>
              <a:gd name="connsiteX5" fmla="*/ 522216 w 4290312"/>
              <a:gd name="connsiteY5" fmla="*/ 4482022 h 4482022"/>
              <a:gd name="connsiteX6" fmla="*/ 136950 w 4290312"/>
              <a:gd name="connsiteY6" fmla="*/ 4462568 h 4482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90312" h="4482022">
                <a:moveTo>
                  <a:pt x="0" y="4445166"/>
                </a:moveTo>
                <a:lnTo>
                  <a:pt x="0" y="0"/>
                </a:lnTo>
                <a:lnTo>
                  <a:pt x="4221879" y="0"/>
                </a:lnTo>
                <a:lnTo>
                  <a:pt x="4246895" y="140082"/>
                </a:lnTo>
                <a:cubicBezTo>
                  <a:pt x="4275485" y="327190"/>
                  <a:pt x="4290312" y="518826"/>
                  <a:pt x="4290312" y="713926"/>
                </a:cubicBezTo>
                <a:cubicBezTo>
                  <a:pt x="4290312" y="2794988"/>
                  <a:pt x="2603278" y="4482022"/>
                  <a:pt x="522216" y="4482022"/>
                </a:cubicBezTo>
                <a:cubicBezTo>
                  <a:pt x="392150" y="4482022"/>
                  <a:pt x="263623" y="4475432"/>
                  <a:pt x="136950" y="4462568"/>
                </a:cubicBezTo>
                <a:close/>
              </a:path>
            </a:pathLst>
          </a:custGeom>
          <a:gradFill flip="none" rotWithShape="1">
            <a:gsLst>
              <a:gs pos="0">
                <a:schemeClr val="accent1">
                  <a:alpha val="30000"/>
                </a:schemeClr>
              </a:gs>
              <a:gs pos="83000">
                <a:schemeClr val="accent3">
                  <a:alpha val="73000"/>
                </a:schemeClr>
              </a:gs>
            </a:gsLst>
            <a:lin ang="13800000" scaled="0"/>
            <a:tileRect/>
          </a:gradFill>
          <a:ln w="12700" cap="flat" cmpd="sng" algn="ctr">
            <a:noFill/>
            <a:prstDash val="solid"/>
            <a:miter lim="800000"/>
          </a:ln>
          <a:effectLst>
            <a:glow>
              <a:srgbClr val="FFFFFF"/>
            </a:glow>
            <a:outerShdw blurRad="1270000" sx="102000" sy="102000" algn="ctr" rotWithShape="0">
              <a:srgbClr val="367CFF">
                <a:alpha val="13000"/>
              </a:srgbClr>
            </a:outerShdw>
            <a:softEdge rad="0"/>
          </a:effectLst>
        </p:spPr>
        <p:txBody>
          <a:bodyPr lIns="74284" tIns="37142" rIns="74284" bIns="37142" rtlCol="0" anchor="ctr"/>
          <a:lstStyle/>
          <a:p>
            <a:pPr algn="ctr" defTabSz="742950"/>
            <a:endParaRPr lang="ru-RU" sz="405" kern="0" dirty="0">
              <a:solidFill>
                <a:srgbClr val="FFFFFF"/>
              </a:solidFill>
            </a:endParaRPr>
          </a:p>
        </p:txBody>
      </p:sp>
      <p:sp>
        <p:nvSpPr>
          <p:cNvPr id="12" name="Полилиния 34"/>
          <p:cNvSpPr/>
          <p:nvPr userDrawn="1"/>
        </p:nvSpPr>
        <p:spPr>
          <a:xfrm flipH="1">
            <a:off x="0" y="2162943"/>
            <a:ext cx="3749324" cy="4698421"/>
          </a:xfrm>
          <a:custGeom>
            <a:avLst/>
            <a:gdLst>
              <a:gd name="connsiteX0" fmla="*/ 6248719 w 6248719"/>
              <a:gd name="connsiteY0" fmla="*/ 0 h 6362288"/>
              <a:gd name="connsiteX1" fmla="*/ 6248719 w 6248719"/>
              <a:gd name="connsiteY1" fmla="*/ 6362288 h 6362288"/>
              <a:gd name="connsiteX2" fmla="*/ 0 w 6248719"/>
              <a:gd name="connsiteY2" fmla="*/ 6362288 h 6362288"/>
              <a:gd name="connsiteX3" fmla="*/ 6037680 w 6248719"/>
              <a:gd name="connsiteY3" fmla="*/ 5337 h 6362288"/>
            </a:gdLst>
            <a:ahLst/>
            <a:cxnLst>
              <a:cxn ang="0">
                <a:pos x="connsiteX0" y="connsiteY0"/>
              </a:cxn>
              <a:cxn ang="0">
                <a:pos x="connsiteX1" y="connsiteY1"/>
              </a:cxn>
              <a:cxn ang="0">
                <a:pos x="connsiteX2" y="connsiteY2"/>
              </a:cxn>
              <a:cxn ang="0">
                <a:pos x="connsiteX3" y="connsiteY3"/>
              </a:cxn>
            </a:cxnLst>
            <a:rect l="l" t="t" r="r" b="b"/>
            <a:pathLst>
              <a:path w="6248719" h="6362288">
                <a:moveTo>
                  <a:pt x="6248719" y="0"/>
                </a:moveTo>
                <a:lnTo>
                  <a:pt x="6248719" y="6362288"/>
                </a:lnTo>
                <a:lnTo>
                  <a:pt x="0" y="6362288"/>
                </a:lnTo>
                <a:cubicBezTo>
                  <a:pt x="0" y="2956723"/>
                  <a:pt x="2674482" y="175818"/>
                  <a:pt x="6037680" y="5337"/>
                </a:cubicBezTo>
                <a:close/>
              </a:path>
            </a:pathLst>
          </a:custGeom>
          <a:gradFill flip="none" rotWithShape="1">
            <a:gsLst>
              <a:gs pos="0">
                <a:schemeClr val="accent1">
                  <a:alpha val="42000"/>
                </a:schemeClr>
              </a:gs>
              <a:gs pos="83000">
                <a:schemeClr val="accent3"/>
              </a:gs>
            </a:gsLst>
            <a:lin ang="13800000" scaled="0"/>
            <a:tileRect/>
          </a:gradFill>
          <a:ln w="12700" cap="flat" cmpd="sng" algn="ctr">
            <a:noFill/>
            <a:prstDash val="solid"/>
            <a:miter lim="800000"/>
          </a:ln>
          <a:effectLst>
            <a:glow>
              <a:srgbClr val="FFFFFF"/>
            </a:glow>
            <a:outerShdw blurRad="1270000" sx="102000" sy="102000" algn="ctr" rotWithShape="0">
              <a:srgbClr val="367CFF">
                <a:alpha val="13000"/>
              </a:srgbClr>
            </a:outerShdw>
            <a:softEdge rad="0"/>
          </a:effectLst>
        </p:spPr>
        <p:txBody>
          <a:bodyPr lIns="74284" tIns="37142" rIns="74284" bIns="37142" rtlCol="0" anchor="ctr"/>
          <a:lstStyle/>
          <a:p>
            <a:pPr algn="ctr" defTabSz="742950"/>
            <a:endParaRPr lang="ru-RU" sz="405" kern="0" dirty="0">
              <a:solidFill>
                <a:srgbClr val="FFFFFF"/>
              </a:solidFill>
            </a:endParaRPr>
          </a:p>
        </p:txBody>
      </p:sp>
      <p:pic>
        <p:nvPicPr>
          <p:cNvPr id="10" name="Рисунок 9"/>
          <p:cNvPicPr>
            <a:picLocks noChangeAspect="1"/>
          </p:cNvPicPr>
          <p:nvPr userDrawn="1"/>
        </p:nvPicPr>
        <p:blipFill rotWithShape="1">
          <a:blip r:embed="rId2" cstate="screen"/>
          <a:srcRect/>
          <a:stretch>
            <a:fillRect/>
          </a:stretch>
        </p:blipFill>
        <p:spPr>
          <a:xfrm>
            <a:off x="223937" y="1103508"/>
            <a:ext cx="5502025" cy="718151"/>
          </a:xfrm>
          <a:prstGeom prst="rect">
            <a:avLst/>
          </a:prstGeom>
        </p:spPr>
      </p:pic>
      <p:sp>
        <p:nvSpPr>
          <p:cNvPr id="9" name="Рисунок 8"/>
          <p:cNvSpPr>
            <a:spLocks noGrp="1"/>
          </p:cNvSpPr>
          <p:nvPr>
            <p:ph type="pic" sz="quarter" idx="10"/>
          </p:nvPr>
        </p:nvSpPr>
        <p:spPr>
          <a:xfrm>
            <a:off x="242342" y="1800229"/>
            <a:ext cx="5469086" cy="3954271"/>
          </a:xfrm>
          <a:prstGeom prst="roundRect">
            <a:avLst>
              <a:gd name="adj" fmla="val 287"/>
            </a:avLst>
          </a:prstGeom>
          <a:pattFill prst="pct5">
            <a:fgClr>
              <a:schemeClr val="accent1"/>
            </a:fgClr>
            <a:bgClr>
              <a:schemeClr val="bg1"/>
            </a:bgClr>
          </a:pattFill>
        </p:spPr>
        <p:txBody>
          <a:bodyPr lIns="91426" tIns="45713" rIns="91426" bIns="45713"/>
          <a:lstStyle/>
          <a:p>
            <a:endParaRPr lang="ru-RU"/>
          </a:p>
        </p:txBody>
      </p:sp>
    </p:spTree>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Титульный слайд">
    <p:bg>
      <p:bgPr>
        <a:gradFill>
          <a:gsLst>
            <a:gs pos="0">
              <a:schemeClr val="accent3">
                <a:lumMod val="60000"/>
                <a:lumOff val="40000"/>
              </a:schemeClr>
            </a:gs>
            <a:gs pos="100000">
              <a:schemeClr val="accent3"/>
            </a:gs>
          </a:gsLst>
          <a:lin ang="2700000" scaled="1"/>
        </a:gradFill>
        <a:effectLst/>
      </p:bgPr>
    </p:bg>
    <p:spTree>
      <p:nvGrpSpPr>
        <p:cNvPr id="1" name=""/>
        <p:cNvGrpSpPr/>
        <p:nvPr/>
      </p:nvGrpSpPr>
      <p:grpSpPr>
        <a:xfrm>
          <a:off x="0" y="0"/>
          <a:ext cx="0" cy="0"/>
          <a:chOff x="0" y="0"/>
          <a:chExt cx="0" cy="0"/>
        </a:xfrm>
      </p:grpSpPr>
      <p:sp>
        <p:nvSpPr>
          <p:cNvPr id="11" name="Freeform 94"/>
          <p:cNvSpPr/>
          <p:nvPr userDrawn="1"/>
        </p:nvSpPr>
        <p:spPr>
          <a:xfrm rot="5400000">
            <a:off x="5938783" y="324336"/>
            <a:ext cx="4290312" cy="3641643"/>
          </a:xfrm>
          <a:custGeom>
            <a:avLst/>
            <a:gdLst>
              <a:gd name="connsiteX0" fmla="*/ 0 w 4290312"/>
              <a:gd name="connsiteY0" fmla="*/ 4445166 h 4482022"/>
              <a:gd name="connsiteX1" fmla="*/ 0 w 4290312"/>
              <a:gd name="connsiteY1" fmla="*/ 0 h 4482022"/>
              <a:gd name="connsiteX2" fmla="*/ 4221879 w 4290312"/>
              <a:gd name="connsiteY2" fmla="*/ 0 h 4482022"/>
              <a:gd name="connsiteX3" fmla="*/ 4246895 w 4290312"/>
              <a:gd name="connsiteY3" fmla="*/ 140082 h 4482022"/>
              <a:gd name="connsiteX4" fmla="*/ 4290312 w 4290312"/>
              <a:gd name="connsiteY4" fmla="*/ 713926 h 4482022"/>
              <a:gd name="connsiteX5" fmla="*/ 522216 w 4290312"/>
              <a:gd name="connsiteY5" fmla="*/ 4482022 h 4482022"/>
              <a:gd name="connsiteX6" fmla="*/ 136950 w 4290312"/>
              <a:gd name="connsiteY6" fmla="*/ 4462568 h 4482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90312" h="4482022">
                <a:moveTo>
                  <a:pt x="0" y="4445166"/>
                </a:moveTo>
                <a:lnTo>
                  <a:pt x="0" y="0"/>
                </a:lnTo>
                <a:lnTo>
                  <a:pt x="4221879" y="0"/>
                </a:lnTo>
                <a:lnTo>
                  <a:pt x="4246895" y="140082"/>
                </a:lnTo>
                <a:cubicBezTo>
                  <a:pt x="4275485" y="327190"/>
                  <a:pt x="4290312" y="518826"/>
                  <a:pt x="4290312" y="713926"/>
                </a:cubicBezTo>
                <a:cubicBezTo>
                  <a:pt x="4290312" y="2794988"/>
                  <a:pt x="2603278" y="4482022"/>
                  <a:pt x="522216" y="4482022"/>
                </a:cubicBezTo>
                <a:cubicBezTo>
                  <a:pt x="392150" y="4482022"/>
                  <a:pt x="263623" y="4475432"/>
                  <a:pt x="136950" y="4462568"/>
                </a:cubicBezTo>
                <a:close/>
              </a:path>
            </a:pathLst>
          </a:custGeom>
          <a:gradFill flip="none" rotWithShape="1">
            <a:gsLst>
              <a:gs pos="0">
                <a:schemeClr val="accent1">
                  <a:alpha val="30000"/>
                </a:schemeClr>
              </a:gs>
              <a:gs pos="83000">
                <a:schemeClr val="accent3">
                  <a:alpha val="73000"/>
                </a:schemeClr>
              </a:gs>
            </a:gsLst>
            <a:lin ang="13800000" scaled="0"/>
            <a:tileRect/>
          </a:gradFill>
          <a:ln w="12700" cap="flat" cmpd="sng" algn="ctr">
            <a:noFill/>
            <a:prstDash val="solid"/>
            <a:miter lim="800000"/>
          </a:ln>
          <a:effectLst>
            <a:glow>
              <a:srgbClr val="FFFFFF"/>
            </a:glow>
            <a:outerShdw blurRad="1270000" sx="102000" sy="102000" algn="ctr" rotWithShape="0">
              <a:srgbClr val="367CFF">
                <a:alpha val="13000"/>
              </a:srgbClr>
            </a:outerShdw>
            <a:softEdge rad="0"/>
          </a:effectLst>
        </p:spPr>
        <p:txBody>
          <a:bodyPr lIns="74284" tIns="37142" rIns="74284" bIns="37142" rtlCol="0" anchor="ctr"/>
          <a:lstStyle/>
          <a:p>
            <a:pPr algn="ctr" defTabSz="742950"/>
            <a:endParaRPr lang="ru-RU" sz="405" kern="0" dirty="0">
              <a:solidFill>
                <a:srgbClr val="FFFFFF"/>
              </a:solidFill>
            </a:endParaRPr>
          </a:p>
        </p:txBody>
      </p:sp>
      <p:sp>
        <p:nvSpPr>
          <p:cNvPr id="12" name="Полилиния 34"/>
          <p:cNvSpPr/>
          <p:nvPr userDrawn="1"/>
        </p:nvSpPr>
        <p:spPr>
          <a:xfrm flipH="1">
            <a:off x="0" y="2162943"/>
            <a:ext cx="3749324" cy="4698421"/>
          </a:xfrm>
          <a:custGeom>
            <a:avLst/>
            <a:gdLst>
              <a:gd name="connsiteX0" fmla="*/ 6248719 w 6248719"/>
              <a:gd name="connsiteY0" fmla="*/ 0 h 6362288"/>
              <a:gd name="connsiteX1" fmla="*/ 6248719 w 6248719"/>
              <a:gd name="connsiteY1" fmla="*/ 6362288 h 6362288"/>
              <a:gd name="connsiteX2" fmla="*/ 0 w 6248719"/>
              <a:gd name="connsiteY2" fmla="*/ 6362288 h 6362288"/>
              <a:gd name="connsiteX3" fmla="*/ 6037680 w 6248719"/>
              <a:gd name="connsiteY3" fmla="*/ 5337 h 6362288"/>
            </a:gdLst>
            <a:ahLst/>
            <a:cxnLst>
              <a:cxn ang="0">
                <a:pos x="connsiteX0" y="connsiteY0"/>
              </a:cxn>
              <a:cxn ang="0">
                <a:pos x="connsiteX1" y="connsiteY1"/>
              </a:cxn>
              <a:cxn ang="0">
                <a:pos x="connsiteX2" y="connsiteY2"/>
              </a:cxn>
              <a:cxn ang="0">
                <a:pos x="connsiteX3" y="connsiteY3"/>
              </a:cxn>
            </a:cxnLst>
            <a:rect l="l" t="t" r="r" b="b"/>
            <a:pathLst>
              <a:path w="6248719" h="6362288">
                <a:moveTo>
                  <a:pt x="6248719" y="0"/>
                </a:moveTo>
                <a:lnTo>
                  <a:pt x="6248719" y="6362288"/>
                </a:lnTo>
                <a:lnTo>
                  <a:pt x="0" y="6362288"/>
                </a:lnTo>
                <a:cubicBezTo>
                  <a:pt x="0" y="2956723"/>
                  <a:pt x="2674482" y="175818"/>
                  <a:pt x="6037680" y="5337"/>
                </a:cubicBezTo>
                <a:close/>
              </a:path>
            </a:pathLst>
          </a:custGeom>
          <a:gradFill flip="none" rotWithShape="1">
            <a:gsLst>
              <a:gs pos="0">
                <a:schemeClr val="accent1">
                  <a:alpha val="42000"/>
                </a:schemeClr>
              </a:gs>
              <a:gs pos="83000">
                <a:schemeClr val="accent3"/>
              </a:gs>
            </a:gsLst>
            <a:lin ang="13800000" scaled="0"/>
            <a:tileRect/>
          </a:gradFill>
          <a:ln w="12700" cap="flat" cmpd="sng" algn="ctr">
            <a:noFill/>
            <a:prstDash val="solid"/>
            <a:miter lim="800000"/>
          </a:ln>
          <a:effectLst>
            <a:glow>
              <a:srgbClr val="FFFFFF"/>
            </a:glow>
            <a:outerShdw blurRad="1270000" sx="102000" sy="102000" algn="ctr" rotWithShape="0">
              <a:srgbClr val="367CFF">
                <a:alpha val="13000"/>
              </a:srgbClr>
            </a:outerShdw>
            <a:softEdge rad="0"/>
          </a:effectLst>
        </p:spPr>
        <p:txBody>
          <a:bodyPr lIns="74284" tIns="37142" rIns="74284" bIns="37142" rtlCol="0" anchor="ctr"/>
          <a:lstStyle/>
          <a:p>
            <a:pPr algn="ctr" defTabSz="742950"/>
            <a:endParaRPr lang="ru-RU" sz="405" kern="0" dirty="0">
              <a:solidFill>
                <a:srgbClr val="FFFFFF"/>
              </a:solidFill>
            </a:endParaRPr>
          </a:p>
        </p:txBody>
      </p:sp>
      <p:sp>
        <p:nvSpPr>
          <p:cNvPr id="3" name="Рисунок 2"/>
          <p:cNvSpPr>
            <a:spLocks noGrp="1"/>
          </p:cNvSpPr>
          <p:nvPr>
            <p:ph type="pic" sz="quarter" idx="11"/>
          </p:nvPr>
        </p:nvSpPr>
        <p:spPr>
          <a:xfrm>
            <a:off x="-2736789" y="-1577499"/>
            <a:ext cx="8135561" cy="10012998"/>
          </a:xfrm>
          <a:prstGeom prst="ellipse">
            <a:avLst/>
          </a:prstGeom>
          <a:pattFill prst="pct5">
            <a:fgClr>
              <a:schemeClr val="accent1"/>
            </a:fgClr>
            <a:bgClr>
              <a:schemeClr val="bg1"/>
            </a:bgClr>
          </a:pattFill>
        </p:spPr>
        <p:txBody>
          <a:bodyPr lIns="91426" tIns="45713" rIns="91426" bIns="45713"/>
          <a:lstStyle/>
          <a:p>
            <a:endParaRPr lang="ru-RU"/>
          </a:p>
        </p:txBody>
      </p:sp>
    </p:spTree>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bg>
      <p:bgPr>
        <a:gradFill>
          <a:gsLst>
            <a:gs pos="0">
              <a:schemeClr val="accent3">
                <a:lumMod val="60000"/>
                <a:lumOff val="40000"/>
              </a:schemeClr>
            </a:gs>
            <a:gs pos="100000">
              <a:schemeClr val="accent3"/>
            </a:gs>
          </a:gsLst>
          <a:lin ang="2700000" scaled="1"/>
        </a:gradFill>
        <a:effectLst/>
      </p:bgPr>
    </p:bg>
    <p:spTree>
      <p:nvGrpSpPr>
        <p:cNvPr id="1" name=""/>
        <p:cNvGrpSpPr/>
        <p:nvPr/>
      </p:nvGrpSpPr>
      <p:grpSpPr>
        <a:xfrm>
          <a:off x="0" y="0"/>
          <a:ext cx="0" cy="0"/>
          <a:chOff x="0" y="0"/>
          <a:chExt cx="0" cy="0"/>
        </a:xfrm>
      </p:grpSpPr>
      <p:sp>
        <p:nvSpPr>
          <p:cNvPr id="2" name="Freeform 94"/>
          <p:cNvSpPr/>
          <p:nvPr userDrawn="1"/>
        </p:nvSpPr>
        <p:spPr>
          <a:xfrm rot="5400000">
            <a:off x="5938783" y="324336"/>
            <a:ext cx="4290312" cy="3641643"/>
          </a:xfrm>
          <a:custGeom>
            <a:avLst/>
            <a:gdLst>
              <a:gd name="connsiteX0" fmla="*/ 0 w 4290312"/>
              <a:gd name="connsiteY0" fmla="*/ 4445166 h 4482022"/>
              <a:gd name="connsiteX1" fmla="*/ 0 w 4290312"/>
              <a:gd name="connsiteY1" fmla="*/ 0 h 4482022"/>
              <a:gd name="connsiteX2" fmla="*/ 4221879 w 4290312"/>
              <a:gd name="connsiteY2" fmla="*/ 0 h 4482022"/>
              <a:gd name="connsiteX3" fmla="*/ 4246895 w 4290312"/>
              <a:gd name="connsiteY3" fmla="*/ 140082 h 4482022"/>
              <a:gd name="connsiteX4" fmla="*/ 4290312 w 4290312"/>
              <a:gd name="connsiteY4" fmla="*/ 713926 h 4482022"/>
              <a:gd name="connsiteX5" fmla="*/ 522216 w 4290312"/>
              <a:gd name="connsiteY5" fmla="*/ 4482022 h 4482022"/>
              <a:gd name="connsiteX6" fmla="*/ 136950 w 4290312"/>
              <a:gd name="connsiteY6" fmla="*/ 4462568 h 4482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90312" h="4482022">
                <a:moveTo>
                  <a:pt x="0" y="4445166"/>
                </a:moveTo>
                <a:lnTo>
                  <a:pt x="0" y="0"/>
                </a:lnTo>
                <a:lnTo>
                  <a:pt x="4221879" y="0"/>
                </a:lnTo>
                <a:lnTo>
                  <a:pt x="4246895" y="140082"/>
                </a:lnTo>
                <a:cubicBezTo>
                  <a:pt x="4275485" y="327190"/>
                  <a:pt x="4290312" y="518826"/>
                  <a:pt x="4290312" y="713926"/>
                </a:cubicBezTo>
                <a:cubicBezTo>
                  <a:pt x="4290312" y="2794988"/>
                  <a:pt x="2603278" y="4482022"/>
                  <a:pt x="522216" y="4482022"/>
                </a:cubicBezTo>
                <a:cubicBezTo>
                  <a:pt x="392150" y="4482022"/>
                  <a:pt x="263623" y="4475432"/>
                  <a:pt x="136950" y="4462568"/>
                </a:cubicBezTo>
                <a:close/>
              </a:path>
            </a:pathLst>
          </a:custGeom>
          <a:gradFill flip="none" rotWithShape="1">
            <a:gsLst>
              <a:gs pos="0">
                <a:schemeClr val="accent1">
                  <a:alpha val="30000"/>
                </a:schemeClr>
              </a:gs>
              <a:gs pos="83000">
                <a:schemeClr val="accent3">
                  <a:alpha val="73000"/>
                </a:schemeClr>
              </a:gs>
            </a:gsLst>
            <a:lin ang="13800000" scaled="0"/>
            <a:tileRect/>
          </a:gradFill>
          <a:ln w="12700" cap="flat" cmpd="sng" algn="ctr">
            <a:noFill/>
            <a:prstDash val="solid"/>
            <a:miter lim="800000"/>
          </a:ln>
          <a:effectLst>
            <a:glow>
              <a:srgbClr val="FFFFFF"/>
            </a:glow>
            <a:outerShdw blurRad="1270000" sx="102000" sy="102000" algn="ctr" rotWithShape="0">
              <a:srgbClr val="367CFF">
                <a:alpha val="13000"/>
              </a:srgbClr>
            </a:outerShdw>
            <a:softEdge rad="0"/>
          </a:effectLst>
        </p:spPr>
        <p:txBody>
          <a:bodyPr lIns="74284" tIns="37142" rIns="74284" bIns="37142" rtlCol="0" anchor="ctr"/>
          <a:lstStyle/>
          <a:p>
            <a:pPr algn="ctr" defTabSz="742950"/>
            <a:endParaRPr lang="ru-RU" sz="405" kern="0" dirty="0">
              <a:solidFill>
                <a:srgbClr val="FFFFFF"/>
              </a:solidFill>
            </a:endParaRPr>
          </a:p>
        </p:txBody>
      </p:sp>
      <p:sp>
        <p:nvSpPr>
          <p:cNvPr id="3" name="Полилиния 34"/>
          <p:cNvSpPr/>
          <p:nvPr userDrawn="1"/>
        </p:nvSpPr>
        <p:spPr>
          <a:xfrm flipH="1">
            <a:off x="0" y="2162943"/>
            <a:ext cx="3749324" cy="4698421"/>
          </a:xfrm>
          <a:custGeom>
            <a:avLst/>
            <a:gdLst>
              <a:gd name="connsiteX0" fmla="*/ 6248719 w 6248719"/>
              <a:gd name="connsiteY0" fmla="*/ 0 h 6362288"/>
              <a:gd name="connsiteX1" fmla="*/ 6248719 w 6248719"/>
              <a:gd name="connsiteY1" fmla="*/ 6362288 h 6362288"/>
              <a:gd name="connsiteX2" fmla="*/ 0 w 6248719"/>
              <a:gd name="connsiteY2" fmla="*/ 6362288 h 6362288"/>
              <a:gd name="connsiteX3" fmla="*/ 6037680 w 6248719"/>
              <a:gd name="connsiteY3" fmla="*/ 5337 h 6362288"/>
            </a:gdLst>
            <a:ahLst/>
            <a:cxnLst>
              <a:cxn ang="0">
                <a:pos x="connsiteX0" y="connsiteY0"/>
              </a:cxn>
              <a:cxn ang="0">
                <a:pos x="connsiteX1" y="connsiteY1"/>
              </a:cxn>
              <a:cxn ang="0">
                <a:pos x="connsiteX2" y="connsiteY2"/>
              </a:cxn>
              <a:cxn ang="0">
                <a:pos x="connsiteX3" y="connsiteY3"/>
              </a:cxn>
            </a:cxnLst>
            <a:rect l="l" t="t" r="r" b="b"/>
            <a:pathLst>
              <a:path w="6248719" h="6362288">
                <a:moveTo>
                  <a:pt x="6248719" y="0"/>
                </a:moveTo>
                <a:lnTo>
                  <a:pt x="6248719" y="6362288"/>
                </a:lnTo>
                <a:lnTo>
                  <a:pt x="0" y="6362288"/>
                </a:lnTo>
                <a:cubicBezTo>
                  <a:pt x="0" y="2956723"/>
                  <a:pt x="2674482" y="175818"/>
                  <a:pt x="6037680" y="5337"/>
                </a:cubicBezTo>
                <a:close/>
              </a:path>
            </a:pathLst>
          </a:custGeom>
          <a:gradFill flip="none" rotWithShape="1">
            <a:gsLst>
              <a:gs pos="0">
                <a:schemeClr val="accent1">
                  <a:alpha val="42000"/>
                </a:schemeClr>
              </a:gs>
              <a:gs pos="83000">
                <a:schemeClr val="accent3"/>
              </a:gs>
            </a:gsLst>
            <a:lin ang="13800000" scaled="0"/>
            <a:tileRect/>
          </a:gradFill>
          <a:ln w="12700" cap="flat" cmpd="sng" algn="ctr">
            <a:noFill/>
            <a:prstDash val="solid"/>
            <a:miter lim="800000"/>
          </a:ln>
          <a:effectLst>
            <a:glow>
              <a:srgbClr val="FFFFFF"/>
            </a:glow>
            <a:outerShdw blurRad="1270000" sx="102000" sy="102000" algn="ctr" rotWithShape="0">
              <a:srgbClr val="367CFF">
                <a:alpha val="13000"/>
              </a:srgbClr>
            </a:outerShdw>
            <a:softEdge rad="0"/>
          </a:effectLst>
        </p:spPr>
        <p:txBody>
          <a:bodyPr lIns="74284" tIns="37142" rIns="74284" bIns="37142" rtlCol="0" anchor="ctr"/>
          <a:lstStyle/>
          <a:p>
            <a:pPr algn="ctr" defTabSz="742950"/>
            <a:endParaRPr lang="ru-RU" sz="405" kern="0" dirty="0">
              <a:solidFill>
                <a:srgbClr val="FFFFFF"/>
              </a:solidFill>
            </a:endParaRPr>
          </a:p>
        </p:txBody>
      </p:sp>
    </p:spTree>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7" name="Заголовок 2"/>
          <p:cNvSpPr txBox="1"/>
          <p:nvPr userDrawn="1"/>
        </p:nvSpPr>
        <p:spPr>
          <a:xfrm>
            <a:off x="282755" y="6301368"/>
            <a:ext cx="3184071" cy="210046"/>
          </a:xfrm>
          <a:prstGeom prst="rect">
            <a:avLst/>
          </a:prstGeom>
        </p:spPr>
        <p:txBody>
          <a:bodyPr wrap="square" lIns="74284" tIns="37142" rIns="74284" bIns="37142">
            <a:spAutoFit/>
          </a:bodyPr>
          <a:lstStyle>
            <a:lvl1pPr algn="ctr" defTabSz="914400" rtl="0" eaLnBrk="1" latinLnBrk="0" hangingPunct="1">
              <a:lnSpc>
                <a:spcPct val="90000"/>
              </a:lnSpc>
              <a:spcBef>
                <a:spcPct val="0"/>
              </a:spcBef>
              <a:buNone/>
              <a:defRPr sz="4400" b="1" i="0" kern="1200">
                <a:solidFill>
                  <a:schemeClr val="tx1"/>
                </a:solidFill>
                <a:latin typeface="VTB Group Cond" panose="020B0506050504020204" pitchFamily="34" charset="0"/>
                <a:ea typeface="VTB Group Cond" panose="020B0506050504020204" pitchFamily="34" charset="0"/>
                <a:cs typeface="+mj-cs"/>
              </a:defRPr>
            </a:lvl1pPr>
          </a:lstStyle>
          <a:p>
            <a:pPr algn="l"/>
            <a:r>
              <a:rPr lang="en-US" sz="975" b="0" dirty="0">
                <a:solidFill>
                  <a:prstClr val="white">
                    <a:lumMod val="50000"/>
                  </a:prstClr>
                </a:solidFill>
                <a:latin typeface="Oswald Light" pitchFamily="2" charset="-52"/>
                <a:ea typeface="VTB Group Cond Book" panose="020B0506050504020204" pitchFamily="34" charset="0"/>
              </a:rPr>
              <a:t>Digital IT pitch-deck PowerPoint bundle</a:t>
            </a:r>
            <a:endParaRPr lang="ru-RU" sz="975" b="0" dirty="0">
              <a:solidFill>
                <a:prstClr val="white">
                  <a:lumMod val="50000"/>
                </a:prstClr>
              </a:solidFill>
              <a:latin typeface="Oswald Light" pitchFamily="2" charset="-52"/>
              <a:ea typeface="VTB Group Cond Book" panose="020B0506050504020204" pitchFamily="34" charset="0"/>
            </a:endParaRPr>
          </a:p>
        </p:txBody>
      </p:sp>
      <p:pic>
        <p:nvPicPr>
          <p:cNvPr id="8" name="Picture 2"/>
          <p:cNvPicPr>
            <a:picLocks noChangeAspect="1" noChangeArrowheads="1"/>
          </p:cNvPicPr>
          <p:nvPr userDrawn="1"/>
        </p:nvPicPr>
        <p:blipFill>
          <a:blip r:embed="rId2" cstate="screen"/>
          <a:srcRect/>
          <a:stretch>
            <a:fillRect/>
          </a:stretch>
        </p:blipFill>
        <p:spPr bwMode="auto">
          <a:xfrm>
            <a:off x="8051592" y="79884"/>
            <a:ext cx="1489449" cy="962413"/>
          </a:xfrm>
          <a:prstGeom prst="rect">
            <a:avLst/>
          </a:prstGeom>
          <a:noFill/>
          <a:extLst>
            <a:ext uri="{909E8E84-426E-40DD-AFC4-6F175D3DCCD1}">
              <a14:hiddenFill xmlns:a14="http://schemas.microsoft.com/office/drawing/2010/main">
                <a:solidFill>
                  <a:srgbClr val="FFFFFF"/>
                </a:solidFill>
              </a14:hiddenFill>
            </a:ext>
          </a:extLst>
        </p:spPr>
      </p:pic>
      <p:sp>
        <p:nvSpPr>
          <p:cNvPr id="10" name="Заголовок 9"/>
          <p:cNvSpPr>
            <a:spLocks noGrp="1"/>
          </p:cNvSpPr>
          <p:nvPr>
            <p:ph type="title"/>
          </p:nvPr>
        </p:nvSpPr>
        <p:spPr>
          <a:xfrm>
            <a:off x="275610" y="321110"/>
            <a:ext cx="8543925" cy="587454"/>
          </a:xfrm>
          <a:prstGeom prst="rect">
            <a:avLst/>
          </a:prstGeom>
        </p:spPr>
        <p:txBody>
          <a:bodyPr lIns="91426" tIns="45713" rIns="91426" bIns="45713">
            <a:spAutoFit/>
          </a:bodyPr>
          <a:lstStyle/>
          <a:p>
            <a:r>
              <a:rPr lang="ru-RU"/>
              <a:t>Образец заголовка</a:t>
            </a:r>
            <a:endParaRPr lang="ru-RU"/>
          </a:p>
        </p:txBody>
      </p:sp>
      <p:sp>
        <p:nvSpPr>
          <p:cNvPr id="13" name="Номер слайда 5"/>
          <p:cNvSpPr>
            <a:spLocks noGrp="1"/>
          </p:cNvSpPr>
          <p:nvPr>
            <p:ph type="sldNum" sz="quarter" idx="12"/>
          </p:nvPr>
        </p:nvSpPr>
        <p:spPr>
          <a:xfrm>
            <a:off x="7394398" y="6296215"/>
            <a:ext cx="2228850" cy="227356"/>
          </a:xfrm>
          <a:prstGeom prst="rect">
            <a:avLst/>
          </a:prstGeom>
        </p:spPr>
        <p:txBody>
          <a:bodyPr wrap="square" lIns="91426" tIns="45713" rIns="91426" bIns="45713">
            <a:spAutoFit/>
          </a:bodyPr>
          <a:lstStyle>
            <a:lvl1pPr algn="r">
              <a:defRPr lang="ru-RU" sz="975" b="0" i="0" smtClean="0">
                <a:solidFill>
                  <a:schemeClr val="bg1">
                    <a:lumMod val="50000"/>
                  </a:schemeClr>
                </a:solidFill>
                <a:latin typeface="Oswald Light" pitchFamily="2" charset="-52"/>
                <a:ea typeface="VTB Group Cond Book" panose="020B0506050504020204" pitchFamily="34" charset="0"/>
                <a:cs typeface="+mj-cs"/>
              </a:defRPr>
            </a:lvl1pPr>
          </a:lstStyle>
          <a:p>
            <a:pPr defTabSz="742950">
              <a:lnSpc>
                <a:spcPct val="90000"/>
              </a:lnSpc>
              <a:spcBef>
                <a:spcPct val="0"/>
              </a:spcBef>
            </a:pPr>
            <a:fld id="{373AE3C4-C2A6-4DCD-9963-3D7F259FD580}" type="slidenum">
              <a:rPr lang="ru-RU" smtClean="0">
                <a:solidFill>
                  <a:prstClr val="white">
                    <a:lumMod val="50000"/>
                  </a:prstClr>
                </a:solidFill>
              </a:rPr>
            </a:fld>
            <a:endParaRPr lang="ru-RU" dirty="0">
              <a:solidFill>
                <a:prstClr val="white">
                  <a:lumMod val="50000"/>
                </a:prstClr>
              </a:solidFill>
            </a:endParaRPr>
          </a:p>
        </p:txBody>
      </p:sp>
      <p:sp>
        <p:nvSpPr>
          <p:cNvPr id="23" name="Рисунок 18"/>
          <p:cNvSpPr>
            <a:spLocks noGrp="1"/>
          </p:cNvSpPr>
          <p:nvPr>
            <p:ph type="pic" sz="quarter" idx="13"/>
          </p:nvPr>
        </p:nvSpPr>
        <p:spPr>
          <a:xfrm>
            <a:off x="359866" y="2389238"/>
            <a:ext cx="1558355" cy="2453942"/>
          </a:xfrm>
          <a:prstGeom prst="rect">
            <a:avLst/>
          </a:prstGeom>
          <a:pattFill prst="pct5">
            <a:fgClr>
              <a:schemeClr val="accent1"/>
            </a:fgClr>
            <a:bgClr>
              <a:schemeClr val="bg1"/>
            </a:bgClr>
          </a:pattFill>
        </p:spPr>
        <p:txBody>
          <a:bodyPr lIns="91426" tIns="45713" rIns="91426" bIns="45713"/>
          <a:lstStyle/>
          <a:p>
            <a:endParaRPr lang="ru-RU" dirty="0"/>
          </a:p>
        </p:txBody>
      </p:sp>
      <p:sp>
        <p:nvSpPr>
          <p:cNvPr id="24" name="Рисунок 18"/>
          <p:cNvSpPr>
            <a:spLocks noGrp="1"/>
          </p:cNvSpPr>
          <p:nvPr>
            <p:ph type="pic" sz="quarter" idx="14"/>
          </p:nvPr>
        </p:nvSpPr>
        <p:spPr>
          <a:xfrm>
            <a:off x="4163973" y="1187121"/>
            <a:ext cx="1491752" cy="1568636"/>
          </a:xfrm>
          <a:prstGeom prst="rect">
            <a:avLst/>
          </a:prstGeom>
          <a:pattFill prst="pct5">
            <a:fgClr>
              <a:schemeClr val="accent1"/>
            </a:fgClr>
            <a:bgClr>
              <a:schemeClr val="bg1"/>
            </a:bgClr>
          </a:pattFill>
        </p:spPr>
        <p:txBody>
          <a:bodyPr lIns="91426" tIns="45713" rIns="91426" bIns="45713"/>
          <a:lstStyle/>
          <a:p>
            <a:endParaRPr lang="ru-RU" dirty="0"/>
          </a:p>
        </p:txBody>
      </p:sp>
      <p:sp>
        <p:nvSpPr>
          <p:cNvPr id="25" name="Рисунок 18"/>
          <p:cNvSpPr>
            <a:spLocks noGrp="1"/>
          </p:cNvSpPr>
          <p:nvPr>
            <p:ph type="pic" sz="quarter" idx="15"/>
          </p:nvPr>
        </p:nvSpPr>
        <p:spPr>
          <a:xfrm>
            <a:off x="4163973" y="4154370"/>
            <a:ext cx="1491752" cy="1679451"/>
          </a:xfrm>
          <a:prstGeom prst="rect">
            <a:avLst/>
          </a:prstGeom>
          <a:pattFill prst="pct5">
            <a:fgClr>
              <a:schemeClr val="accent1"/>
            </a:fgClr>
            <a:bgClr>
              <a:schemeClr val="bg1"/>
            </a:bgClr>
          </a:pattFill>
        </p:spPr>
        <p:txBody>
          <a:bodyPr lIns="91426" tIns="45713" rIns="91426" bIns="45713"/>
          <a:lstStyle/>
          <a:p>
            <a:endParaRPr lang="ru-RU" dirty="0"/>
          </a:p>
        </p:txBody>
      </p:sp>
      <p:sp>
        <p:nvSpPr>
          <p:cNvPr id="26" name="Рисунок 18"/>
          <p:cNvSpPr>
            <a:spLocks noGrp="1"/>
          </p:cNvSpPr>
          <p:nvPr>
            <p:ph type="pic" sz="quarter" idx="16"/>
          </p:nvPr>
        </p:nvSpPr>
        <p:spPr>
          <a:xfrm>
            <a:off x="7712621" y="2505557"/>
            <a:ext cx="1828421" cy="1846893"/>
          </a:xfrm>
          <a:prstGeom prst="rect">
            <a:avLst/>
          </a:prstGeom>
          <a:pattFill prst="pct5">
            <a:fgClr>
              <a:schemeClr val="accent1"/>
            </a:fgClr>
            <a:bgClr>
              <a:schemeClr val="bg1"/>
            </a:bgClr>
          </a:pattFill>
        </p:spPr>
        <p:txBody>
          <a:bodyPr lIns="91426" tIns="45713" rIns="91426" bIns="45713"/>
          <a:lstStyle/>
          <a:p>
            <a:endParaRPr lang="ru-RU" dirty="0"/>
          </a:p>
        </p:txBody>
      </p:sp>
    </p:spTree>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Заголовок и объект">
    <p:spTree>
      <p:nvGrpSpPr>
        <p:cNvPr id="1" name=""/>
        <p:cNvGrpSpPr/>
        <p:nvPr/>
      </p:nvGrpSpPr>
      <p:grpSpPr>
        <a:xfrm>
          <a:off x="0" y="0"/>
          <a:ext cx="0" cy="0"/>
          <a:chOff x="0" y="0"/>
          <a:chExt cx="0" cy="0"/>
        </a:xfrm>
      </p:grpSpPr>
      <p:sp>
        <p:nvSpPr>
          <p:cNvPr id="7" name="Заголовок 2"/>
          <p:cNvSpPr txBox="1"/>
          <p:nvPr userDrawn="1"/>
        </p:nvSpPr>
        <p:spPr>
          <a:xfrm>
            <a:off x="282755" y="6301368"/>
            <a:ext cx="3184071" cy="210046"/>
          </a:xfrm>
          <a:prstGeom prst="rect">
            <a:avLst/>
          </a:prstGeom>
        </p:spPr>
        <p:txBody>
          <a:bodyPr wrap="square" lIns="74284" tIns="37142" rIns="74284" bIns="37142">
            <a:spAutoFit/>
          </a:bodyPr>
          <a:lstStyle>
            <a:lvl1pPr algn="ctr" defTabSz="914400" rtl="0" eaLnBrk="1" latinLnBrk="0" hangingPunct="1">
              <a:lnSpc>
                <a:spcPct val="90000"/>
              </a:lnSpc>
              <a:spcBef>
                <a:spcPct val="0"/>
              </a:spcBef>
              <a:buNone/>
              <a:defRPr sz="4400" b="1" i="0" kern="1200">
                <a:solidFill>
                  <a:schemeClr val="tx1"/>
                </a:solidFill>
                <a:latin typeface="VTB Group Cond" panose="020B0506050504020204" pitchFamily="34" charset="0"/>
                <a:ea typeface="VTB Group Cond" panose="020B0506050504020204" pitchFamily="34" charset="0"/>
                <a:cs typeface="+mj-cs"/>
              </a:defRPr>
            </a:lvl1pPr>
          </a:lstStyle>
          <a:p>
            <a:pPr algn="l"/>
            <a:r>
              <a:rPr lang="en-US" sz="975" b="0" dirty="0">
                <a:solidFill>
                  <a:prstClr val="white">
                    <a:lumMod val="50000"/>
                  </a:prstClr>
                </a:solidFill>
                <a:latin typeface="Oswald Light" pitchFamily="2" charset="-52"/>
                <a:ea typeface="VTB Group Cond Book" panose="020B0506050504020204" pitchFamily="34" charset="0"/>
              </a:rPr>
              <a:t>Digital IT pitch-deck PowerPoint bundle</a:t>
            </a:r>
            <a:endParaRPr lang="ru-RU" sz="975" b="0" dirty="0">
              <a:solidFill>
                <a:prstClr val="white">
                  <a:lumMod val="50000"/>
                </a:prstClr>
              </a:solidFill>
              <a:latin typeface="Oswald Light" pitchFamily="2" charset="-52"/>
              <a:ea typeface="VTB Group Cond Book" panose="020B0506050504020204" pitchFamily="34" charset="0"/>
            </a:endParaRPr>
          </a:p>
        </p:txBody>
      </p:sp>
      <p:sp>
        <p:nvSpPr>
          <p:cNvPr id="10" name="Заголовок 9"/>
          <p:cNvSpPr>
            <a:spLocks noGrp="1"/>
          </p:cNvSpPr>
          <p:nvPr>
            <p:ph type="title"/>
          </p:nvPr>
        </p:nvSpPr>
        <p:spPr>
          <a:xfrm>
            <a:off x="275608" y="321110"/>
            <a:ext cx="9270526" cy="587454"/>
          </a:xfrm>
          <a:prstGeom prst="rect">
            <a:avLst/>
          </a:prstGeom>
        </p:spPr>
        <p:txBody>
          <a:bodyPr wrap="square" lIns="91426" tIns="45713" rIns="91426" bIns="45713">
            <a:spAutoFit/>
          </a:bodyPr>
          <a:lstStyle>
            <a:lvl1pPr algn="ctr">
              <a:defRPr/>
            </a:lvl1pPr>
          </a:lstStyle>
          <a:p>
            <a:r>
              <a:rPr lang="ru-RU" dirty="0"/>
              <a:t>Образец заголовка</a:t>
            </a:r>
            <a:endParaRPr lang="ru-RU" dirty="0"/>
          </a:p>
        </p:txBody>
      </p:sp>
      <p:sp>
        <p:nvSpPr>
          <p:cNvPr id="13" name="Номер слайда 5"/>
          <p:cNvSpPr>
            <a:spLocks noGrp="1"/>
          </p:cNvSpPr>
          <p:nvPr>
            <p:ph type="sldNum" sz="quarter" idx="12"/>
          </p:nvPr>
        </p:nvSpPr>
        <p:spPr>
          <a:xfrm>
            <a:off x="7394398" y="6296215"/>
            <a:ext cx="2228850" cy="227356"/>
          </a:xfrm>
          <a:prstGeom prst="rect">
            <a:avLst/>
          </a:prstGeom>
        </p:spPr>
        <p:txBody>
          <a:bodyPr wrap="square" lIns="91426" tIns="45713" rIns="91426" bIns="45713">
            <a:spAutoFit/>
          </a:bodyPr>
          <a:lstStyle>
            <a:lvl1pPr algn="r">
              <a:defRPr lang="ru-RU" sz="975" b="0" i="0" smtClean="0">
                <a:solidFill>
                  <a:schemeClr val="bg1">
                    <a:lumMod val="50000"/>
                  </a:schemeClr>
                </a:solidFill>
                <a:latin typeface="Oswald Light" pitchFamily="2" charset="-52"/>
                <a:ea typeface="VTB Group Cond Book" panose="020B0506050504020204" pitchFamily="34" charset="0"/>
                <a:cs typeface="+mj-cs"/>
              </a:defRPr>
            </a:lvl1pPr>
          </a:lstStyle>
          <a:p>
            <a:pPr defTabSz="742950">
              <a:lnSpc>
                <a:spcPct val="90000"/>
              </a:lnSpc>
              <a:spcBef>
                <a:spcPct val="0"/>
              </a:spcBef>
            </a:pPr>
            <a:fld id="{373AE3C4-C2A6-4DCD-9963-3D7F259FD580}" type="slidenum">
              <a:rPr lang="ru-RU" smtClean="0">
                <a:solidFill>
                  <a:prstClr val="white">
                    <a:lumMod val="50000"/>
                  </a:prstClr>
                </a:solidFill>
              </a:rPr>
            </a:fld>
            <a:endParaRPr lang="ru-RU" dirty="0">
              <a:solidFill>
                <a:prstClr val="white">
                  <a:lumMod val="50000"/>
                </a:prstClr>
              </a:solidFill>
            </a:endParaRPr>
          </a:p>
        </p:txBody>
      </p:sp>
      <p:sp>
        <p:nvSpPr>
          <p:cNvPr id="6" name="Рисунок 73"/>
          <p:cNvSpPr>
            <a:spLocks noGrp="1"/>
          </p:cNvSpPr>
          <p:nvPr>
            <p:ph type="pic" sz="quarter" idx="10"/>
          </p:nvPr>
        </p:nvSpPr>
        <p:spPr>
          <a:xfrm>
            <a:off x="2611161" y="1952629"/>
            <a:ext cx="4760297" cy="3674269"/>
          </a:xfrm>
          <a:prstGeom prst="rect">
            <a:avLst/>
          </a:prstGeom>
          <a:pattFill prst="pct5">
            <a:fgClr>
              <a:schemeClr val="accent1"/>
            </a:fgClr>
            <a:bgClr>
              <a:schemeClr val="bg1"/>
            </a:bgClr>
          </a:pattFill>
        </p:spPr>
        <p:txBody>
          <a:bodyPr lIns="91426" tIns="45713" rIns="91426" bIns="45713"/>
          <a:lstStyle/>
          <a:p>
            <a:endParaRPr lang="ru-RU" dirty="0"/>
          </a:p>
        </p:txBody>
      </p:sp>
    </p:spTree>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1_Заголовок и объект">
    <p:spTree>
      <p:nvGrpSpPr>
        <p:cNvPr id="1" name=""/>
        <p:cNvGrpSpPr/>
        <p:nvPr/>
      </p:nvGrpSpPr>
      <p:grpSpPr>
        <a:xfrm>
          <a:off x="0" y="0"/>
          <a:ext cx="0" cy="0"/>
          <a:chOff x="0" y="0"/>
          <a:chExt cx="0" cy="0"/>
        </a:xfrm>
      </p:grpSpPr>
      <p:sp>
        <p:nvSpPr>
          <p:cNvPr id="7" name="Заголовок 2"/>
          <p:cNvSpPr txBox="1"/>
          <p:nvPr userDrawn="1"/>
        </p:nvSpPr>
        <p:spPr>
          <a:xfrm>
            <a:off x="282755" y="6301368"/>
            <a:ext cx="3184071" cy="210046"/>
          </a:xfrm>
          <a:prstGeom prst="rect">
            <a:avLst/>
          </a:prstGeom>
        </p:spPr>
        <p:txBody>
          <a:bodyPr wrap="square" lIns="74284" tIns="37142" rIns="74284" bIns="37142">
            <a:spAutoFit/>
          </a:bodyPr>
          <a:lstStyle>
            <a:lvl1pPr algn="ctr" defTabSz="914400" rtl="0" eaLnBrk="1" latinLnBrk="0" hangingPunct="1">
              <a:lnSpc>
                <a:spcPct val="90000"/>
              </a:lnSpc>
              <a:spcBef>
                <a:spcPct val="0"/>
              </a:spcBef>
              <a:buNone/>
              <a:defRPr sz="4400" b="1" i="0" kern="1200">
                <a:solidFill>
                  <a:schemeClr val="tx1"/>
                </a:solidFill>
                <a:latin typeface="VTB Group Cond" panose="020B0506050504020204" pitchFamily="34" charset="0"/>
                <a:ea typeface="VTB Group Cond" panose="020B0506050504020204" pitchFamily="34" charset="0"/>
                <a:cs typeface="+mj-cs"/>
              </a:defRPr>
            </a:lvl1pPr>
          </a:lstStyle>
          <a:p>
            <a:pPr algn="l"/>
            <a:r>
              <a:rPr lang="en-US" sz="975" b="0" dirty="0">
                <a:solidFill>
                  <a:prstClr val="white">
                    <a:lumMod val="50000"/>
                  </a:prstClr>
                </a:solidFill>
                <a:latin typeface="Oswald Light" pitchFamily="2" charset="-52"/>
                <a:ea typeface="VTB Group Cond Book" panose="020B0506050504020204" pitchFamily="34" charset="0"/>
              </a:rPr>
              <a:t>Digital IT pitch-deck PowerPoint bundle</a:t>
            </a:r>
            <a:endParaRPr lang="ru-RU" sz="975" b="0" dirty="0">
              <a:solidFill>
                <a:prstClr val="white">
                  <a:lumMod val="50000"/>
                </a:prstClr>
              </a:solidFill>
              <a:latin typeface="Oswald Light" pitchFamily="2" charset="-52"/>
              <a:ea typeface="VTB Group Cond Book" panose="020B0506050504020204" pitchFamily="34" charset="0"/>
            </a:endParaRPr>
          </a:p>
        </p:txBody>
      </p:sp>
      <p:sp>
        <p:nvSpPr>
          <p:cNvPr id="10" name="Заголовок 9"/>
          <p:cNvSpPr>
            <a:spLocks noGrp="1"/>
          </p:cNvSpPr>
          <p:nvPr>
            <p:ph type="title"/>
          </p:nvPr>
        </p:nvSpPr>
        <p:spPr>
          <a:xfrm>
            <a:off x="275608" y="321110"/>
            <a:ext cx="9270526" cy="587454"/>
          </a:xfrm>
          <a:prstGeom prst="rect">
            <a:avLst/>
          </a:prstGeom>
        </p:spPr>
        <p:txBody>
          <a:bodyPr wrap="square" lIns="91426" tIns="45713" rIns="91426" bIns="45713">
            <a:spAutoFit/>
          </a:bodyPr>
          <a:lstStyle>
            <a:lvl1pPr algn="l">
              <a:defRPr/>
            </a:lvl1pPr>
          </a:lstStyle>
          <a:p>
            <a:r>
              <a:rPr lang="ru-RU" dirty="0"/>
              <a:t>Образец заголовка</a:t>
            </a:r>
            <a:endParaRPr lang="ru-RU" dirty="0"/>
          </a:p>
        </p:txBody>
      </p:sp>
      <p:sp>
        <p:nvSpPr>
          <p:cNvPr id="13" name="Номер слайда 5"/>
          <p:cNvSpPr>
            <a:spLocks noGrp="1"/>
          </p:cNvSpPr>
          <p:nvPr>
            <p:ph type="sldNum" sz="quarter" idx="12"/>
          </p:nvPr>
        </p:nvSpPr>
        <p:spPr>
          <a:xfrm>
            <a:off x="7394398" y="6296215"/>
            <a:ext cx="2228850" cy="227356"/>
          </a:xfrm>
          <a:prstGeom prst="rect">
            <a:avLst/>
          </a:prstGeom>
        </p:spPr>
        <p:txBody>
          <a:bodyPr wrap="square" lIns="91426" tIns="45713" rIns="91426" bIns="45713">
            <a:spAutoFit/>
          </a:bodyPr>
          <a:lstStyle>
            <a:lvl1pPr algn="r">
              <a:defRPr lang="ru-RU" sz="975" b="0" i="0" smtClean="0">
                <a:solidFill>
                  <a:schemeClr val="bg1">
                    <a:lumMod val="50000"/>
                  </a:schemeClr>
                </a:solidFill>
                <a:latin typeface="Oswald Light" pitchFamily="2" charset="-52"/>
                <a:ea typeface="VTB Group Cond Book" panose="020B0506050504020204" pitchFamily="34" charset="0"/>
                <a:cs typeface="+mj-cs"/>
              </a:defRPr>
            </a:lvl1pPr>
          </a:lstStyle>
          <a:p>
            <a:pPr defTabSz="742950">
              <a:lnSpc>
                <a:spcPct val="90000"/>
              </a:lnSpc>
              <a:spcBef>
                <a:spcPct val="0"/>
              </a:spcBef>
            </a:pPr>
            <a:fld id="{373AE3C4-C2A6-4DCD-9963-3D7F259FD580}" type="slidenum">
              <a:rPr lang="ru-RU" smtClean="0">
                <a:solidFill>
                  <a:prstClr val="white">
                    <a:lumMod val="50000"/>
                  </a:prstClr>
                </a:solidFill>
              </a:rPr>
            </a:fld>
            <a:endParaRPr lang="ru-RU" dirty="0">
              <a:solidFill>
                <a:prstClr val="white">
                  <a:lumMod val="50000"/>
                </a:prstClr>
              </a:solidFill>
            </a:endParaRPr>
          </a:p>
        </p:txBody>
      </p:sp>
      <p:sp>
        <p:nvSpPr>
          <p:cNvPr id="6" name="Рисунок 73"/>
          <p:cNvSpPr>
            <a:spLocks noGrp="1"/>
          </p:cNvSpPr>
          <p:nvPr>
            <p:ph type="pic" sz="quarter" idx="10"/>
          </p:nvPr>
        </p:nvSpPr>
        <p:spPr>
          <a:xfrm>
            <a:off x="514431" y="1666816"/>
            <a:ext cx="4767481" cy="3674269"/>
          </a:xfrm>
          <a:prstGeom prst="rect">
            <a:avLst/>
          </a:prstGeom>
          <a:pattFill prst="pct5">
            <a:fgClr>
              <a:schemeClr val="accent1"/>
            </a:fgClr>
            <a:bgClr>
              <a:schemeClr val="bg1"/>
            </a:bgClr>
          </a:pattFill>
        </p:spPr>
        <p:txBody>
          <a:bodyPr lIns="91426" tIns="45713" rIns="91426" bIns="45713"/>
          <a:lstStyle/>
          <a:p>
            <a:endParaRPr lang="ru-RU" dirty="0"/>
          </a:p>
        </p:txBody>
      </p:sp>
      <p:sp>
        <p:nvSpPr>
          <p:cNvPr id="3" name="Рисунок 2"/>
          <p:cNvSpPr>
            <a:spLocks noGrp="1"/>
          </p:cNvSpPr>
          <p:nvPr>
            <p:ph type="pic" sz="quarter" idx="13"/>
          </p:nvPr>
        </p:nvSpPr>
        <p:spPr>
          <a:xfrm>
            <a:off x="6281808" y="1155244"/>
            <a:ext cx="2904460" cy="3574720"/>
          </a:xfrm>
          <a:prstGeom prst="ellipse">
            <a:avLst/>
          </a:prstGeom>
          <a:pattFill prst="pct5">
            <a:fgClr>
              <a:schemeClr val="accent1"/>
            </a:fgClr>
            <a:bgClr>
              <a:schemeClr val="bg1"/>
            </a:bgClr>
          </a:pattFill>
          <a:ln w="6350">
            <a:solidFill>
              <a:schemeClr val="accent2">
                <a:lumMod val="40000"/>
                <a:lumOff val="60000"/>
              </a:schemeClr>
            </a:solidFill>
          </a:ln>
        </p:spPr>
        <p:txBody>
          <a:bodyPr lIns="91426" tIns="45713" rIns="91426" bIns="45713"/>
          <a:lstStyle>
            <a:lvl1pPr>
              <a:defRPr lang="ru-RU" dirty="0"/>
            </a:lvl1pPr>
          </a:lstStyle>
          <a:p>
            <a:pPr lvl="0"/>
            <a:endParaRPr lang="ru-RU" dirty="0"/>
          </a:p>
        </p:txBody>
      </p:sp>
    </p:spTree>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9_Заголовок и объект">
    <p:spTree>
      <p:nvGrpSpPr>
        <p:cNvPr id="1" name=""/>
        <p:cNvGrpSpPr/>
        <p:nvPr/>
      </p:nvGrpSpPr>
      <p:grpSpPr>
        <a:xfrm>
          <a:off x="0" y="0"/>
          <a:ext cx="0" cy="0"/>
          <a:chOff x="0" y="0"/>
          <a:chExt cx="0" cy="0"/>
        </a:xfrm>
      </p:grpSpPr>
      <p:sp>
        <p:nvSpPr>
          <p:cNvPr id="7" name="Заголовок 2"/>
          <p:cNvSpPr txBox="1"/>
          <p:nvPr userDrawn="1"/>
        </p:nvSpPr>
        <p:spPr>
          <a:xfrm>
            <a:off x="282755" y="6301368"/>
            <a:ext cx="3184071" cy="210046"/>
          </a:xfrm>
          <a:prstGeom prst="rect">
            <a:avLst/>
          </a:prstGeom>
        </p:spPr>
        <p:txBody>
          <a:bodyPr wrap="square" lIns="74284" tIns="37142" rIns="74284" bIns="37142">
            <a:spAutoFit/>
          </a:bodyPr>
          <a:lstStyle>
            <a:lvl1pPr algn="ctr" defTabSz="914400" rtl="0" eaLnBrk="1" latinLnBrk="0" hangingPunct="1">
              <a:lnSpc>
                <a:spcPct val="90000"/>
              </a:lnSpc>
              <a:spcBef>
                <a:spcPct val="0"/>
              </a:spcBef>
              <a:buNone/>
              <a:defRPr sz="4400" b="1" i="0" kern="1200">
                <a:solidFill>
                  <a:schemeClr val="tx1"/>
                </a:solidFill>
                <a:latin typeface="VTB Group Cond" panose="020B0506050504020204" pitchFamily="34" charset="0"/>
                <a:ea typeface="VTB Group Cond" panose="020B0506050504020204" pitchFamily="34" charset="0"/>
                <a:cs typeface="+mj-cs"/>
              </a:defRPr>
            </a:lvl1pPr>
          </a:lstStyle>
          <a:p>
            <a:pPr algn="l"/>
            <a:r>
              <a:rPr lang="en-US" sz="975" b="0" dirty="0">
                <a:solidFill>
                  <a:prstClr val="white">
                    <a:lumMod val="50000"/>
                  </a:prstClr>
                </a:solidFill>
                <a:latin typeface="Oswald Light" pitchFamily="2" charset="-52"/>
                <a:ea typeface="VTB Group Cond Book" panose="020B0506050504020204" pitchFamily="34" charset="0"/>
              </a:rPr>
              <a:t>Digital IT pitch-deck PowerPoint bundle</a:t>
            </a:r>
            <a:endParaRPr lang="ru-RU" sz="975" b="0" dirty="0">
              <a:solidFill>
                <a:prstClr val="white">
                  <a:lumMod val="50000"/>
                </a:prstClr>
              </a:solidFill>
              <a:latin typeface="Oswald Light" pitchFamily="2" charset="-52"/>
              <a:ea typeface="VTB Group Cond Book" panose="020B0506050504020204" pitchFamily="34" charset="0"/>
            </a:endParaRPr>
          </a:p>
        </p:txBody>
      </p:sp>
      <p:pic>
        <p:nvPicPr>
          <p:cNvPr id="8" name="Picture 2"/>
          <p:cNvPicPr>
            <a:picLocks noChangeAspect="1" noChangeArrowheads="1"/>
          </p:cNvPicPr>
          <p:nvPr userDrawn="1"/>
        </p:nvPicPr>
        <p:blipFill>
          <a:blip r:embed="rId2" cstate="screen"/>
          <a:srcRect/>
          <a:stretch>
            <a:fillRect/>
          </a:stretch>
        </p:blipFill>
        <p:spPr bwMode="auto">
          <a:xfrm>
            <a:off x="7394399" y="79884"/>
            <a:ext cx="1489449" cy="962413"/>
          </a:xfrm>
          <a:prstGeom prst="rect">
            <a:avLst/>
          </a:prstGeom>
          <a:noFill/>
          <a:extLst>
            <a:ext uri="{909E8E84-426E-40DD-AFC4-6F175D3DCCD1}">
              <a14:hiddenFill xmlns:a14="http://schemas.microsoft.com/office/drawing/2010/main">
                <a:solidFill>
                  <a:srgbClr val="FFFFFF"/>
                </a:solidFill>
              </a14:hiddenFill>
            </a:ext>
          </a:extLst>
        </p:spPr>
      </p:pic>
      <p:sp>
        <p:nvSpPr>
          <p:cNvPr id="10" name="Заголовок 9"/>
          <p:cNvSpPr>
            <a:spLocks noGrp="1"/>
          </p:cNvSpPr>
          <p:nvPr>
            <p:ph type="title"/>
          </p:nvPr>
        </p:nvSpPr>
        <p:spPr>
          <a:xfrm>
            <a:off x="275610" y="321110"/>
            <a:ext cx="8543925" cy="587454"/>
          </a:xfrm>
          <a:prstGeom prst="rect">
            <a:avLst/>
          </a:prstGeom>
        </p:spPr>
        <p:txBody>
          <a:bodyPr lIns="91426" tIns="45713" rIns="91426" bIns="45713">
            <a:spAutoFit/>
          </a:bodyPr>
          <a:lstStyle/>
          <a:p>
            <a:r>
              <a:rPr lang="ru-RU"/>
              <a:t>Образец заголовка</a:t>
            </a:r>
            <a:endParaRPr lang="ru-RU"/>
          </a:p>
        </p:txBody>
      </p:sp>
      <p:sp>
        <p:nvSpPr>
          <p:cNvPr id="13" name="Номер слайда 5"/>
          <p:cNvSpPr>
            <a:spLocks noGrp="1"/>
          </p:cNvSpPr>
          <p:nvPr>
            <p:ph type="sldNum" sz="quarter" idx="12"/>
          </p:nvPr>
        </p:nvSpPr>
        <p:spPr>
          <a:xfrm>
            <a:off x="7394398" y="6296215"/>
            <a:ext cx="2228850" cy="227356"/>
          </a:xfrm>
          <a:prstGeom prst="rect">
            <a:avLst/>
          </a:prstGeom>
        </p:spPr>
        <p:txBody>
          <a:bodyPr wrap="square" lIns="91426" tIns="45713" rIns="91426" bIns="45713">
            <a:spAutoFit/>
          </a:bodyPr>
          <a:lstStyle>
            <a:lvl1pPr algn="r">
              <a:defRPr lang="ru-RU" sz="975" b="0" i="0" smtClean="0">
                <a:solidFill>
                  <a:schemeClr val="bg1">
                    <a:lumMod val="50000"/>
                  </a:schemeClr>
                </a:solidFill>
                <a:latin typeface="Oswald Light" pitchFamily="2" charset="-52"/>
                <a:ea typeface="VTB Group Cond Book" panose="020B0506050504020204" pitchFamily="34" charset="0"/>
                <a:cs typeface="+mj-cs"/>
              </a:defRPr>
            </a:lvl1pPr>
          </a:lstStyle>
          <a:p>
            <a:pPr defTabSz="742950">
              <a:lnSpc>
                <a:spcPct val="90000"/>
              </a:lnSpc>
              <a:spcBef>
                <a:spcPct val="0"/>
              </a:spcBef>
            </a:pPr>
            <a:fld id="{373AE3C4-C2A6-4DCD-9963-3D7F259FD580}" type="slidenum">
              <a:rPr lang="ru-RU" smtClean="0">
                <a:solidFill>
                  <a:prstClr val="white">
                    <a:lumMod val="50000"/>
                  </a:prstClr>
                </a:solidFill>
              </a:rPr>
            </a:fld>
            <a:endParaRPr lang="ru-RU" dirty="0">
              <a:solidFill>
                <a:prstClr val="white">
                  <a:lumMod val="50000"/>
                </a:prstClr>
              </a:solidFill>
            </a:endParaRPr>
          </a:p>
        </p:txBody>
      </p:sp>
      <p:sp>
        <p:nvSpPr>
          <p:cNvPr id="6" name="Rectangle 193"/>
          <p:cNvSpPr/>
          <p:nvPr userDrawn="1"/>
        </p:nvSpPr>
        <p:spPr>
          <a:xfrm>
            <a:off x="4849814" y="-50799"/>
            <a:ext cx="5118100" cy="6953034"/>
          </a:xfrm>
          <a:custGeom>
            <a:avLst/>
            <a:gdLst>
              <a:gd name="connsiteX0" fmla="*/ 719382 w 6616700"/>
              <a:gd name="connsiteY0" fmla="*/ 0 h 4316203"/>
              <a:gd name="connsiteX1" fmla="*/ 5897318 w 6616700"/>
              <a:gd name="connsiteY1" fmla="*/ 0 h 4316203"/>
              <a:gd name="connsiteX2" fmla="*/ 6616700 w 6616700"/>
              <a:gd name="connsiteY2" fmla="*/ 719382 h 4316203"/>
              <a:gd name="connsiteX3" fmla="*/ 6616700 w 6616700"/>
              <a:gd name="connsiteY3" fmla="*/ 4316203 h 4316203"/>
              <a:gd name="connsiteX4" fmla="*/ 6616700 w 6616700"/>
              <a:gd name="connsiteY4" fmla="*/ 4316203 h 4316203"/>
              <a:gd name="connsiteX5" fmla="*/ 0 w 6616700"/>
              <a:gd name="connsiteY5" fmla="*/ 4316203 h 4316203"/>
              <a:gd name="connsiteX6" fmla="*/ 0 w 6616700"/>
              <a:gd name="connsiteY6" fmla="*/ 4316203 h 4316203"/>
              <a:gd name="connsiteX7" fmla="*/ 0 w 6616700"/>
              <a:gd name="connsiteY7" fmla="*/ 719382 h 4316203"/>
              <a:gd name="connsiteX8" fmla="*/ 719382 w 6616700"/>
              <a:gd name="connsiteY8" fmla="*/ 0 h 4316203"/>
              <a:gd name="connsiteX0-1" fmla="*/ 6688382 w 6688382"/>
              <a:gd name="connsiteY0-2" fmla="*/ 0 h 7897603"/>
              <a:gd name="connsiteX1-3" fmla="*/ 5897318 w 6688382"/>
              <a:gd name="connsiteY1-4" fmla="*/ 3581400 h 7897603"/>
              <a:gd name="connsiteX2-5" fmla="*/ 6616700 w 6688382"/>
              <a:gd name="connsiteY2-6" fmla="*/ 4300782 h 7897603"/>
              <a:gd name="connsiteX3-7" fmla="*/ 6616700 w 6688382"/>
              <a:gd name="connsiteY3-8" fmla="*/ 7897603 h 7897603"/>
              <a:gd name="connsiteX4-9" fmla="*/ 6616700 w 6688382"/>
              <a:gd name="connsiteY4-10" fmla="*/ 7897603 h 7897603"/>
              <a:gd name="connsiteX5-11" fmla="*/ 0 w 6688382"/>
              <a:gd name="connsiteY5-12" fmla="*/ 7897603 h 7897603"/>
              <a:gd name="connsiteX6-13" fmla="*/ 0 w 6688382"/>
              <a:gd name="connsiteY6-14" fmla="*/ 7897603 h 7897603"/>
              <a:gd name="connsiteX7-15" fmla="*/ 0 w 6688382"/>
              <a:gd name="connsiteY7-16" fmla="*/ 4300782 h 7897603"/>
              <a:gd name="connsiteX8-17" fmla="*/ 6688382 w 6688382"/>
              <a:gd name="connsiteY8-18" fmla="*/ 0 h 7897603"/>
              <a:gd name="connsiteX0-19" fmla="*/ 6688382 w 6688382"/>
              <a:gd name="connsiteY0-20" fmla="*/ 0 h 7897603"/>
              <a:gd name="connsiteX1-21" fmla="*/ 5897318 w 6688382"/>
              <a:gd name="connsiteY1-22" fmla="*/ 3581400 h 7897603"/>
              <a:gd name="connsiteX2-23" fmla="*/ 6616700 w 6688382"/>
              <a:gd name="connsiteY2-24" fmla="*/ 4300782 h 7897603"/>
              <a:gd name="connsiteX3-25" fmla="*/ 6616700 w 6688382"/>
              <a:gd name="connsiteY3-26" fmla="*/ 7897603 h 7897603"/>
              <a:gd name="connsiteX4-27" fmla="*/ 6616700 w 6688382"/>
              <a:gd name="connsiteY4-28" fmla="*/ 7897603 h 7897603"/>
              <a:gd name="connsiteX5-29" fmla="*/ 0 w 6688382"/>
              <a:gd name="connsiteY5-30" fmla="*/ 7897603 h 7897603"/>
              <a:gd name="connsiteX6-31" fmla="*/ 0 w 6688382"/>
              <a:gd name="connsiteY6-32" fmla="*/ 7897603 h 7897603"/>
              <a:gd name="connsiteX7-33" fmla="*/ 4940300 w 6688382"/>
              <a:gd name="connsiteY7-34" fmla="*/ 3564182 h 7897603"/>
              <a:gd name="connsiteX8-35" fmla="*/ 6688382 w 6688382"/>
              <a:gd name="connsiteY8-36" fmla="*/ 0 h 7897603"/>
              <a:gd name="connsiteX0-37" fmla="*/ 6688382 w 6688382"/>
              <a:gd name="connsiteY0-38" fmla="*/ 0 h 7897603"/>
              <a:gd name="connsiteX1-39" fmla="*/ 5897318 w 6688382"/>
              <a:gd name="connsiteY1-40" fmla="*/ 3581400 h 7897603"/>
              <a:gd name="connsiteX2-41" fmla="*/ 6616700 w 6688382"/>
              <a:gd name="connsiteY2-42" fmla="*/ 4300782 h 7897603"/>
              <a:gd name="connsiteX3-43" fmla="*/ 6616700 w 6688382"/>
              <a:gd name="connsiteY3-44" fmla="*/ 7897603 h 7897603"/>
              <a:gd name="connsiteX4-45" fmla="*/ 6616700 w 6688382"/>
              <a:gd name="connsiteY4-46" fmla="*/ 7897603 h 7897603"/>
              <a:gd name="connsiteX5-47" fmla="*/ 0 w 6688382"/>
              <a:gd name="connsiteY5-48" fmla="*/ 7897603 h 7897603"/>
              <a:gd name="connsiteX6-49" fmla="*/ 0 w 6688382"/>
              <a:gd name="connsiteY6-50" fmla="*/ 7897603 h 7897603"/>
              <a:gd name="connsiteX7-51" fmla="*/ 4102100 w 6688382"/>
              <a:gd name="connsiteY7-52" fmla="*/ 3805482 h 7897603"/>
              <a:gd name="connsiteX8-53" fmla="*/ 6688382 w 6688382"/>
              <a:gd name="connsiteY8-54" fmla="*/ 0 h 7897603"/>
              <a:gd name="connsiteX0-55" fmla="*/ 5964482 w 6616700"/>
              <a:gd name="connsiteY0-56" fmla="*/ 0 h 7923003"/>
              <a:gd name="connsiteX1-57" fmla="*/ 5897318 w 6616700"/>
              <a:gd name="connsiteY1-58" fmla="*/ 3606800 h 7923003"/>
              <a:gd name="connsiteX2-59" fmla="*/ 6616700 w 6616700"/>
              <a:gd name="connsiteY2-60" fmla="*/ 4326182 h 7923003"/>
              <a:gd name="connsiteX3-61" fmla="*/ 6616700 w 6616700"/>
              <a:gd name="connsiteY3-62" fmla="*/ 7923003 h 7923003"/>
              <a:gd name="connsiteX4-63" fmla="*/ 6616700 w 6616700"/>
              <a:gd name="connsiteY4-64" fmla="*/ 7923003 h 7923003"/>
              <a:gd name="connsiteX5-65" fmla="*/ 0 w 6616700"/>
              <a:gd name="connsiteY5-66" fmla="*/ 7923003 h 7923003"/>
              <a:gd name="connsiteX6-67" fmla="*/ 0 w 6616700"/>
              <a:gd name="connsiteY6-68" fmla="*/ 7923003 h 7923003"/>
              <a:gd name="connsiteX7-69" fmla="*/ 4102100 w 6616700"/>
              <a:gd name="connsiteY7-70" fmla="*/ 3830882 h 7923003"/>
              <a:gd name="connsiteX8-71" fmla="*/ 5964482 w 6616700"/>
              <a:gd name="connsiteY8-72" fmla="*/ 0 h 7923003"/>
              <a:gd name="connsiteX0-73" fmla="*/ 5964482 w 6621218"/>
              <a:gd name="connsiteY0-74" fmla="*/ 0 h 7923003"/>
              <a:gd name="connsiteX1-75" fmla="*/ 6621218 w 6621218"/>
              <a:gd name="connsiteY1-76" fmla="*/ 0 h 7923003"/>
              <a:gd name="connsiteX2-77" fmla="*/ 6616700 w 6621218"/>
              <a:gd name="connsiteY2-78" fmla="*/ 4326182 h 7923003"/>
              <a:gd name="connsiteX3-79" fmla="*/ 6616700 w 6621218"/>
              <a:gd name="connsiteY3-80" fmla="*/ 7923003 h 7923003"/>
              <a:gd name="connsiteX4-81" fmla="*/ 6616700 w 6621218"/>
              <a:gd name="connsiteY4-82" fmla="*/ 7923003 h 7923003"/>
              <a:gd name="connsiteX5-83" fmla="*/ 0 w 6621218"/>
              <a:gd name="connsiteY5-84" fmla="*/ 7923003 h 7923003"/>
              <a:gd name="connsiteX6-85" fmla="*/ 0 w 6621218"/>
              <a:gd name="connsiteY6-86" fmla="*/ 7923003 h 7923003"/>
              <a:gd name="connsiteX7-87" fmla="*/ 4102100 w 6621218"/>
              <a:gd name="connsiteY7-88" fmla="*/ 3830882 h 7923003"/>
              <a:gd name="connsiteX8-89" fmla="*/ 5964482 w 6621218"/>
              <a:gd name="connsiteY8-90" fmla="*/ 0 h 7923003"/>
              <a:gd name="connsiteX0-91" fmla="*/ 6046594 w 6621218"/>
              <a:gd name="connsiteY0-92" fmla="*/ 0 h 8070634"/>
              <a:gd name="connsiteX1-93" fmla="*/ 6621218 w 6621218"/>
              <a:gd name="connsiteY1-94" fmla="*/ 147631 h 8070634"/>
              <a:gd name="connsiteX2-95" fmla="*/ 6616700 w 6621218"/>
              <a:gd name="connsiteY2-96" fmla="*/ 4473813 h 8070634"/>
              <a:gd name="connsiteX3-97" fmla="*/ 6616700 w 6621218"/>
              <a:gd name="connsiteY3-98" fmla="*/ 8070634 h 8070634"/>
              <a:gd name="connsiteX4-99" fmla="*/ 6616700 w 6621218"/>
              <a:gd name="connsiteY4-100" fmla="*/ 8070634 h 8070634"/>
              <a:gd name="connsiteX5-101" fmla="*/ 0 w 6621218"/>
              <a:gd name="connsiteY5-102" fmla="*/ 8070634 h 8070634"/>
              <a:gd name="connsiteX6-103" fmla="*/ 0 w 6621218"/>
              <a:gd name="connsiteY6-104" fmla="*/ 8070634 h 8070634"/>
              <a:gd name="connsiteX7-105" fmla="*/ 4102100 w 6621218"/>
              <a:gd name="connsiteY7-106" fmla="*/ 3978513 h 8070634"/>
              <a:gd name="connsiteX8-107" fmla="*/ 6046594 w 6621218"/>
              <a:gd name="connsiteY8-108" fmla="*/ 0 h 8070634"/>
              <a:gd name="connsiteX0-109" fmla="*/ 6046594 w 6668894"/>
              <a:gd name="connsiteY0-110" fmla="*/ 0 h 8070634"/>
              <a:gd name="connsiteX1-111" fmla="*/ 6668894 w 6668894"/>
              <a:gd name="connsiteY1-112" fmla="*/ 76200 h 8070634"/>
              <a:gd name="connsiteX2-113" fmla="*/ 6616700 w 6668894"/>
              <a:gd name="connsiteY2-114" fmla="*/ 4473813 h 8070634"/>
              <a:gd name="connsiteX3-115" fmla="*/ 6616700 w 6668894"/>
              <a:gd name="connsiteY3-116" fmla="*/ 8070634 h 8070634"/>
              <a:gd name="connsiteX4-117" fmla="*/ 6616700 w 6668894"/>
              <a:gd name="connsiteY4-118" fmla="*/ 8070634 h 8070634"/>
              <a:gd name="connsiteX5-119" fmla="*/ 0 w 6668894"/>
              <a:gd name="connsiteY5-120" fmla="*/ 8070634 h 8070634"/>
              <a:gd name="connsiteX6-121" fmla="*/ 0 w 6668894"/>
              <a:gd name="connsiteY6-122" fmla="*/ 8070634 h 8070634"/>
              <a:gd name="connsiteX7-123" fmla="*/ 4102100 w 6668894"/>
              <a:gd name="connsiteY7-124" fmla="*/ 3978513 h 8070634"/>
              <a:gd name="connsiteX8-125" fmla="*/ 6046594 w 6668894"/>
              <a:gd name="connsiteY8-126" fmla="*/ 0 h 8070634"/>
              <a:gd name="connsiteX0-127" fmla="*/ 6287894 w 6910194"/>
              <a:gd name="connsiteY0-128" fmla="*/ 0 h 8070634"/>
              <a:gd name="connsiteX1-129" fmla="*/ 6910194 w 6910194"/>
              <a:gd name="connsiteY1-130" fmla="*/ 76200 h 8070634"/>
              <a:gd name="connsiteX2-131" fmla="*/ 6858000 w 6910194"/>
              <a:gd name="connsiteY2-132" fmla="*/ 4473813 h 8070634"/>
              <a:gd name="connsiteX3-133" fmla="*/ 6858000 w 6910194"/>
              <a:gd name="connsiteY3-134" fmla="*/ 8070634 h 8070634"/>
              <a:gd name="connsiteX4-135" fmla="*/ 6858000 w 6910194"/>
              <a:gd name="connsiteY4-136" fmla="*/ 8070634 h 8070634"/>
              <a:gd name="connsiteX5-137" fmla="*/ 241300 w 6910194"/>
              <a:gd name="connsiteY5-138" fmla="*/ 8070634 h 8070634"/>
              <a:gd name="connsiteX6-139" fmla="*/ 0 w 6910194"/>
              <a:gd name="connsiteY6-140" fmla="*/ 8007134 h 8070634"/>
              <a:gd name="connsiteX7-141" fmla="*/ 4343400 w 6910194"/>
              <a:gd name="connsiteY7-142" fmla="*/ 3978513 h 8070634"/>
              <a:gd name="connsiteX8-143" fmla="*/ 6287894 w 6910194"/>
              <a:gd name="connsiteY8-144" fmla="*/ 0 h 8070634"/>
              <a:gd name="connsiteX0-145" fmla="*/ 6287894 w 6910194"/>
              <a:gd name="connsiteY0-146" fmla="*/ 0 h 8070634"/>
              <a:gd name="connsiteX1-147" fmla="*/ 6910194 w 6910194"/>
              <a:gd name="connsiteY1-148" fmla="*/ 76200 h 8070634"/>
              <a:gd name="connsiteX2-149" fmla="*/ 6858000 w 6910194"/>
              <a:gd name="connsiteY2-150" fmla="*/ 4473813 h 8070634"/>
              <a:gd name="connsiteX3-151" fmla="*/ 6858000 w 6910194"/>
              <a:gd name="connsiteY3-152" fmla="*/ 8070634 h 8070634"/>
              <a:gd name="connsiteX4-153" fmla="*/ 6858000 w 6910194"/>
              <a:gd name="connsiteY4-154" fmla="*/ 8070634 h 8070634"/>
              <a:gd name="connsiteX5-155" fmla="*/ 1714500 w 6910194"/>
              <a:gd name="connsiteY5-156" fmla="*/ 6953034 h 8070634"/>
              <a:gd name="connsiteX6-157" fmla="*/ 0 w 6910194"/>
              <a:gd name="connsiteY6-158" fmla="*/ 8007134 h 8070634"/>
              <a:gd name="connsiteX7-159" fmla="*/ 4343400 w 6910194"/>
              <a:gd name="connsiteY7-160" fmla="*/ 3978513 h 8070634"/>
              <a:gd name="connsiteX8-161" fmla="*/ 6287894 w 6910194"/>
              <a:gd name="connsiteY8-162" fmla="*/ 0 h 8070634"/>
              <a:gd name="connsiteX0-163" fmla="*/ 6287894 w 6910194"/>
              <a:gd name="connsiteY0-164" fmla="*/ 0 h 8070634"/>
              <a:gd name="connsiteX1-165" fmla="*/ 6910194 w 6910194"/>
              <a:gd name="connsiteY1-166" fmla="*/ 76200 h 8070634"/>
              <a:gd name="connsiteX2-167" fmla="*/ 6858000 w 6910194"/>
              <a:gd name="connsiteY2-168" fmla="*/ 4473813 h 8070634"/>
              <a:gd name="connsiteX3-169" fmla="*/ 6858000 w 6910194"/>
              <a:gd name="connsiteY3-170" fmla="*/ 8070634 h 8070634"/>
              <a:gd name="connsiteX4-171" fmla="*/ 6375400 w 6910194"/>
              <a:gd name="connsiteY4-172" fmla="*/ 5365534 h 8070634"/>
              <a:gd name="connsiteX5-173" fmla="*/ 1714500 w 6910194"/>
              <a:gd name="connsiteY5-174" fmla="*/ 6953034 h 8070634"/>
              <a:gd name="connsiteX6-175" fmla="*/ 0 w 6910194"/>
              <a:gd name="connsiteY6-176" fmla="*/ 8007134 h 8070634"/>
              <a:gd name="connsiteX7-177" fmla="*/ 4343400 w 6910194"/>
              <a:gd name="connsiteY7-178" fmla="*/ 3978513 h 8070634"/>
              <a:gd name="connsiteX8-179" fmla="*/ 6287894 w 6910194"/>
              <a:gd name="connsiteY8-180" fmla="*/ 0 h 8070634"/>
              <a:gd name="connsiteX0-181" fmla="*/ 6287894 w 6910194"/>
              <a:gd name="connsiteY0-182" fmla="*/ 0 h 8007134"/>
              <a:gd name="connsiteX1-183" fmla="*/ 6910194 w 6910194"/>
              <a:gd name="connsiteY1-184" fmla="*/ 76200 h 8007134"/>
              <a:gd name="connsiteX2-185" fmla="*/ 6858000 w 6910194"/>
              <a:gd name="connsiteY2-186" fmla="*/ 4473813 h 8007134"/>
              <a:gd name="connsiteX3-187" fmla="*/ 6883400 w 6910194"/>
              <a:gd name="connsiteY3-188" fmla="*/ 6343434 h 8007134"/>
              <a:gd name="connsiteX4-189" fmla="*/ 6375400 w 6910194"/>
              <a:gd name="connsiteY4-190" fmla="*/ 5365534 h 8007134"/>
              <a:gd name="connsiteX5-191" fmla="*/ 1714500 w 6910194"/>
              <a:gd name="connsiteY5-192" fmla="*/ 6953034 h 8007134"/>
              <a:gd name="connsiteX6-193" fmla="*/ 0 w 6910194"/>
              <a:gd name="connsiteY6-194" fmla="*/ 8007134 h 8007134"/>
              <a:gd name="connsiteX7-195" fmla="*/ 4343400 w 6910194"/>
              <a:gd name="connsiteY7-196" fmla="*/ 3978513 h 8007134"/>
              <a:gd name="connsiteX8-197" fmla="*/ 6287894 w 6910194"/>
              <a:gd name="connsiteY8-198" fmla="*/ 0 h 8007134"/>
              <a:gd name="connsiteX0-199" fmla="*/ 6287894 w 6910194"/>
              <a:gd name="connsiteY0-200" fmla="*/ 0 h 8007134"/>
              <a:gd name="connsiteX1-201" fmla="*/ 6910194 w 6910194"/>
              <a:gd name="connsiteY1-202" fmla="*/ 76200 h 8007134"/>
              <a:gd name="connsiteX2-203" fmla="*/ 6858000 w 6910194"/>
              <a:gd name="connsiteY2-204" fmla="*/ 4473813 h 8007134"/>
              <a:gd name="connsiteX3-205" fmla="*/ 6819900 w 6910194"/>
              <a:gd name="connsiteY3-206" fmla="*/ 6991134 h 8007134"/>
              <a:gd name="connsiteX4-207" fmla="*/ 6375400 w 6910194"/>
              <a:gd name="connsiteY4-208" fmla="*/ 5365534 h 8007134"/>
              <a:gd name="connsiteX5-209" fmla="*/ 1714500 w 6910194"/>
              <a:gd name="connsiteY5-210" fmla="*/ 6953034 h 8007134"/>
              <a:gd name="connsiteX6-211" fmla="*/ 0 w 6910194"/>
              <a:gd name="connsiteY6-212" fmla="*/ 8007134 h 8007134"/>
              <a:gd name="connsiteX7-213" fmla="*/ 4343400 w 6910194"/>
              <a:gd name="connsiteY7-214" fmla="*/ 3978513 h 8007134"/>
              <a:gd name="connsiteX8-215" fmla="*/ 6287894 w 6910194"/>
              <a:gd name="connsiteY8-216" fmla="*/ 0 h 8007134"/>
              <a:gd name="connsiteX0-217" fmla="*/ 6287894 w 6910194"/>
              <a:gd name="connsiteY0-218" fmla="*/ 0 h 8007134"/>
              <a:gd name="connsiteX1-219" fmla="*/ 6910194 w 6910194"/>
              <a:gd name="connsiteY1-220" fmla="*/ 76200 h 8007134"/>
              <a:gd name="connsiteX2-221" fmla="*/ 6858000 w 6910194"/>
              <a:gd name="connsiteY2-222" fmla="*/ 4473813 h 8007134"/>
              <a:gd name="connsiteX3-223" fmla="*/ 6819900 w 6910194"/>
              <a:gd name="connsiteY3-224" fmla="*/ 6991134 h 8007134"/>
              <a:gd name="connsiteX4-225" fmla="*/ 5563994 w 6910194"/>
              <a:gd name="connsiteY4-226" fmla="*/ 6985000 h 8007134"/>
              <a:gd name="connsiteX5-227" fmla="*/ 1714500 w 6910194"/>
              <a:gd name="connsiteY5-228" fmla="*/ 6953034 h 8007134"/>
              <a:gd name="connsiteX6-229" fmla="*/ 0 w 6910194"/>
              <a:gd name="connsiteY6-230" fmla="*/ 8007134 h 8007134"/>
              <a:gd name="connsiteX7-231" fmla="*/ 4343400 w 6910194"/>
              <a:gd name="connsiteY7-232" fmla="*/ 3978513 h 8007134"/>
              <a:gd name="connsiteX8-233" fmla="*/ 6287894 w 6910194"/>
              <a:gd name="connsiteY8-234" fmla="*/ 0 h 8007134"/>
              <a:gd name="connsiteX0-235" fmla="*/ 6287894 w 6910194"/>
              <a:gd name="connsiteY0-236" fmla="*/ 0 h 8007134"/>
              <a:gd name="connsiteX1-237" fmla="*/ 6910194 w 6910194"/>
              <a:gd name="connsiteY1-238" fmla="*/ 76200 h 8007134"/>
              <a:gd name="connsiteX2-239" fmla="*/ 6858000 w 6910194"/>
              <a:gd name="connsiteY2-240" fmla="*/ 4473813 h 8007134"/>
              <a:gd name="connsiteX3-241" fmla="*/ 6819900 w 6910194"/>
              <a:gd name="connsiteY3-242" fmla="*/ 6991134 h 8007134"/>
              <a:gd name="connsiteX4-243" fmla="*/ 5563994 w 6910194"/>
              <a:gd name="connsiteY4-244" fmla="*/ 6985000 h 8007134"/>
              <a:gd name="connsiteX5-245" fmla="*/ 1626994 w 6910194"/>
              <a:gd name="connsiteY5-246" fmla="*/ 6997700 h 8007134"/>
              <a:gd name="connsiteX6-247" fmla="*/ 0 w 6910194"/>
              <a:gd name="connsiteY6-248" fmla="*/ 8007134 h 8007134"/>
              <a:gd name="connsiteX7-249" fmla="*/ 4343400 w 6910194"/>
              <a:gd name="connsiteY7-250" fmla="*/ 3978513 h 8007134"/>
              <a:gd name="connsiteX8-251" fmla="*/ 6287894 w 6910194"/>
              <a:gd name="connsiteY8-252" fmla="*/ 0 h 8007134"/>
              <a:gd name="connsiteX0-253" fmla="*/ 6148194 w 6910194"/>
              <a:gd name="connsiteY0-254" fmla="*/ 50800 h 7930934"/>
              <a:gd name="connsiteX1-255" fmla="*/ 6910194 w 6910194"/>
              <a:gd name="connsiteY1-256" fmla="*/ 0 h 7930934"/>
              <a:gd name="connsiteX2-257" fmla="*/ 6858000 w 6910194"/>
              <a:gd name="connsiteY2-258" fmla="*/ 4397613 h 7930934"/>
              <a:gd name="connsiteX3-259" fmla="*/ 6819900 w 6910194"/>
              <a:gd name="connsiteY3-260" fmla="*/ 6914934 h 7930934"/>
              <a:gd name="connsiteX4-261" fmla="*/ 5563994 w 6910194"/>
              <a:gd name="connsiteY4-262" fmla="*/ 6908800 h 7930934"/>
              <a:gd name="connsiteX5-263" fmla="*/ 1626994 w 6910194"/>
              <a:gd name="connsiteY5-264" fmla="*/ 6921500 h 7930934"/>
              <a:gd name="connsiteX6-265" fmla="*/ 0 w 6910194"/>
              <a:gd name="connsiteY6-266" fmla="*/ 7930934 h 7930934"/>
              <a:gd name="connsiteX7-267" fmla="*/ 4343400 w 6910194"/>
              <a:gd name="connsiteY7-268" fmla="*/ 3902313 h 7930934"/>
              <a:gd name="connsiteX8-269" fmla="*/ 6148194 w 6910194"/>
              <a:gd name="connsiteY8-270" fmla="*/ 50800 h 7930934"/>
              <a:gd name="connsiteX0-271" fmla="*/ 6173594 w 6910194"/>
              <a:gd name="connsiteY0-272" fmla="*/ 76200 h 7930934"/>
              <a:gd name="connsiteX1-273" fmla="*/ 6910194 w 6910194"/>
              <a:gd name="connsiteY1-274" fmla="*/ 0 h 7930934"/>
              <a:gd name="connsiteX2-275" fmla="*/ 6858000 w 6910194"/>
              <a:gd name="connsiteY2-276" fmla="*/ 4397613 h 7930934"/>
              <a:gd name="connsiteX3-277" fmla="*/ 6819900 w 6910194"/>
              <a:gd name="connsiteY3-278" fmla="*/ 6914934 h 7930934"/>
              <a:gd name="connsiteX4-279" fmla="*/ 5563994 w 6910194"/>
              <a:gd name="connsiteY4-280" fmla="*/ 6908800 h 7930934"/>
              <a:gd name="connsiteX5-281" fmla="*/ 1626994 w 6910194"/>
              <a:gd name="connsiteY5-282" fmla="*/ 6921500 h 7930934"/>
              <a:gd name="connsiteX6-283" fmla="*/ 0 w 6910194"/>
              <a:gd name="connsiteY6-284" fmla="*/ 7930934 h 7930934"/>
              <a:gd name="connsiteX7-285" fmla="*/ 4343400 w 6910194"/>
              <a:gd name="connsiteY7-286" fmla="*/ 3902313 h 7930934"/>
              <a:gd name="connsiteX8-287" fmla="*/ 6173594 w 6910194"/>
              <a:gd name="connsiteY8-288" fmla="*/ 76200 h 7930934"/>
              <a:gd name="connsiteX0-289" fmla="*/ 6019800 w 6756400"/>
              <a:gd name="connsiteY0-290" fmla="*/ 76200 h 6985000"/>
              <a:gd name="connsiteX1-291" fmla="*/ 6756400 w 6756400"/>
              <a:gd name="connsiteY1-292" fmla="*/ 0 h 6985000"/>
              <a:gd name="connsiteX2-293" fmla="*/ 6704206 w 6756400"/>
              <a:gd name="connsiteY2-294" fmla="*/ 4397613 h 6985000"/>
              <a:gd name="connsiteX3-295" fmla="*/ 6666106 w 6756400"/>
              <a:gd name="connsiteY3-296" fmla="*/ 6914934 h 6985000"/>
              <a:gd name="connsiteX4-297" fmla="*/ 5410200 w 6756400"/>
              <a:gd name="connsiteY4-298" fmla="*/ 6908800 h 6985000"/>
              <a:gd name="connsiteX5-299" fmla="*/ 1473200 w 6756400"/>
              <a:gd name="connsiteY5-300" fmla="*/ 6921500 h 6985000"/>
              <a:gd name="connsiteX6-301" fmla="*/ 0 w 6756400"/>
              <a:gd name="connsiteY6-302" fmla="*/ 6985000 h 6985000"/>
              <a:gd name="connsiteX7-303" fmla="*/ 4189606 w 6756400"/>
              <a:gd name="connsiteY7-304" fmla="*/ 3902313 h 6985000"/>
              <a:gd name="connsiteX8-305" fmla="*/ 6019800 w 6756400"/>
              <a:gd name="connsiteY8-306" fmla="*/ 76200 h 6985000"/>
              <a:gd name="connsiteX0-307" fmla="*/ 5562600 w 6299200"/>
              <a:gd name="connsiteY0-308" fmla="*/ 76200 h 6946900"/>
              <a:gd name="connsiteX1-309" fmla="*/ 6299200 w 6299200"/>
              <a:gd name="connsiteY1-310" fmla="*/ 0 h 6946900"/>
              <a:gd name="connsiteX2-311" fmla="*/ 6247006 w 6299200"/>
              <a:gd name="connsiteY2-312" fmla="*/ 4397613 h 6946900"/>
              <a:gd name="connsiteX3-313" fmla="*/ 6208906 w 6299200"/>
              <a:gd name="connsiteY3-314" fmla="*/ 6914934 h 6946900"/>
              <a:gd name="connsiteX4-315" fmla="*/ 4953000 w 6299200"/>
              <a:gd name="connsiteY4-316" fmla="*/ 6908800 h 6946900"/>
              <a:gd name="connsiteX5-317" fmla="*/ 1016000 w 6299200"/>
              <a:gd name="connsiteY5-318" fmla="*/ 6921500 h 6946900"/>
              <a:gd name="connsiteX6-319" fmla="*/ 0 w 6299200"/>
              <a:gd name="connsiteY6-320" fmla="*/ 6946900 h 6946900"/>
              <a:gd name="connsiteX7-321" fmla="*/ 3732406 w 6299200"/>
              <a:gd name="connsiteY7-322" fmla="*/ 3902313 h 6946900"/>
              <a:gd name="connsiteX8-323" fmla="*/ 5562600 w 6299200"/>
              <a:gd name="connsiteY8-324" fmla="*/ 76200 h 6946900"/>
              <a:gd name="connsiteX0-325" fmla="*/ 5562600 w 6299200"/>
              <a:gd name="connsiteY0-326" fmla="*/ 76200 h 6946900"/>
              <a:gd name="connsiteX1-327" fmla="*/ 6299200 w 6299200"/>
              <a:gd name="connsiteY1-328" fmla="*/ 0 h 6946900"/>
              <a:gd name="connsiteX2-329" fmla="*/ 6247006 w 6299200"/>
              <a:gd name="connsiteY2-330" fmla="*/ 4397613 h 6946900"/>
              <a:gd name="connsiteX3-331" fmla="*/ 6208906 w 6299200"/>
              <a:gd name="connsiteY3-332" fmla="*/ 6914934 h 6946900"/>
              <a:gd name="connsiteX4-333" fmla="*/ 5054600 w 6299200"/>
              <a:gd name="connsiteY4-334" fmla="*/ 6908800 h 6946900"/>
              <a:gd name="connsiteX5-335" fmla="*/ 1016000 w 6299200"/>
              <a:gd name="connsiteY5-336" fmla="*/ 6921500 h 6946900"/>
              <a:gd name="connsiteX6-337" fmla="*/ 0 w 6299200"/>
              <a:gd name="connsiteY6-338" fmla="*/ 6946900 h 6946900"/>
              <a:gd name="connsiteX7-339" fmla="*/ 3732406 w 6299200"/>
              <a:gd name="connsiteY7-340" fmla="*/ 3902313 h 6946900"/>
              <a:gd name="connsiteX8-341" fmla="*/ 5562600 w 6299200"/>
              <a:gd name="connsiteY8-342" fmla="*/ 76200 h 6946900"/>
              <a:gd name="connsiteX0-343" fmla="*/ 5562600 w 6299200"/>
              <a:gd name="connsiteY0-344" fmla="*/ 76200 h 6946900"/>
              <a:gd name="connsiteX1-345" fmla="*/ 6299200 w 6299200"/>
              <a:gd name="connsiteY1-346" fmla="*/ 0 h 6946900"/>
              <a:gd name="connsiteX2-347" fmla="*/ 6247006 w 6299200"/>
              <a:gd name="connsiteY2-348" fmla="*/ 4397613 h 6946900"/>
              <a:gd name="connsiteX3-349" fmla="*/ 6208906 w 6299200"/>
              <a:gd name="connsiteY3-350" fmla="*/ 6914934 h 6946900"/>
              <a:gd name="connsiteX4-351" fmla="*/ 5245100 w 6299200"/>
              <a:gd name="connsiteY4-352" fmla="*/ 6934200 h 6946900"/>
              <a:gd name="connsiteX5-353" fmla="*/ 1016000 w 6299200"/>
              <a:gd name="connsiteY5-354" fmla="*/ 6921500 h 6946900"/>
              <a:gd name="connsiteX6-355" fmla="*/ 0 w 6299200"/>
              <a:gd name="connsiteY6-356" fmla="*/ 6946900 h 6946900"/>
              <a:gd name="connsiteX7-357" fmla="*/ 3732406 w 6299200"/>
              <a:gd name="connsiteY7-358" fmla="*/ 3902313 h 6946900"/>
              <a:gd name="connsiteX8-359" fmla="*/ 5562600 w 6299200"/>
              <a:gd name="connsiteY8-360" fmla="*/ 76200 h 6946900"/>
              <a:gd name="connsiteX0-361" fmla="*/ 5562600 w 6299200"/>
              <a:gd name="connsiteY0-362" fmla="*/ 76200 h 6953034"/>
              <a:gd name="connsiteX1-363" fmla="*/ 6299200 w 6299200"/>
              <a:gd name="connsiteY1-364" fmla="*/ 0 h 6953034"/>
              <a:gd name="connsiteX2-365" fmla="*/ 6247006 w 6299200"/>
              <a:gd name="connsiteY2-366" fmla="*/ 4397613 h 6953034"/>
              <a:gd name="connsiteX3-367" fmla="*/ 6247006 w 6299200"/>
              <a:gd name="connsiteY3-368" fmla="*/ 6953034 h 6953034"/>
              <a:gd name="connsiteX4-369" fmla="*/ 5245100 w 6299200"/>
              <a:gd name="connsiteY4-370" fmla="*/ 6934200 h 6953034"/>
              <a:gd name="connsiteX5-371" fmla="*/ 1016000 w 6299200"/>
              <a:gd name="connsiteY5-372" fmla="*/ 6921500 h 6953034"/>
              <a:gd name="connsiteX6-373" fmla="*/ 0 w 6299200"/>
              <a:gd name="connsiteY6-374" fmla="*/ 6946900 h 6953034"/>
              <a:gd name="connsiteX7-375" fmla="*/ 3732406 w 6299200"/>
              <a:gd name="connsiteY7-376" fmla="*/ 3902313 h 6953034"/>
              <a:gd name="connsiteX8-377" fmla="*/ 5562600 w 6299200"/>
              <a:gd name="connsiteY8-378" fmla="*/ 76200 h 6953034"/>
              <a:gd name="connsiteX0-379" fmla="*/ 5562600 w 6299200"/>
              <a:gd name="connsiteY0-380" fmla="*/ 76200 h 6953034"/>
              <a:gd name="connsiteX1-381" fmla="*/ 6299200 w 6299200"/>
              <a:gd name="connsiteY1-382" fmla="*/ 0 h 6953034"/>
              <a:gd name="connsiteX2-383" fmla="*/ 6247006 w 6299200"/>
              <a:gd name="connsiteY2-384" fmla="*/ 4397613 h 6953034"/>
              <a:gd name="connsiteX3-385" fmla="*/ 6247006 w 6299200"/>
              <a:gd name="connsiteY3-386" fmla="*/ 6953034 h 6953034"/>
              <a:gd name="connsiteX4-387" fmla="*/ 5245100 w 6299200"/>
              <a:gd name="connsiteY4-388" fmla="*/ 6934200 h 6953034"/>
              <a:gd name="connsiteX5-389" fmla="*/ 825500 w 6299200"/>
              <a:gd name="connsiteY5-390" fmla="*/ 6946900 h 6953034"/>
              <a:gd name="connsiteX6-391" fmla="*/ 0 w 6299200"/>
              <a:gd name="connsiteY6-392" fmla="*/ 6946900 h 6953034"/>
              <a:gd name="connsiteX7-393" fmla="*/ 3732406 w 6299200"/>
              <a:gd name="connsiteY7-394" fmla="*/ 3902313 h 6953034"/>
              <a:gd name="connsiteX8-395" fmla="*/ 5562600 w 6299200"/>
              <a:gd name="connsiteY8-396" fmla="*/ 76200 h 6953034"/>
              <a:gd name="connsiteX0-397" fmla="*/ 5613400 w 6299200"/>
              <a:gd name="connsiteY0-398" fmla="*/ 12700 h 6953034"/>
              <a:gd name="connsiteX1-399" fmla="*/ 6299200 w 6299200"/>
              <a:gd name="connsiteY1-400" fmla="*/ 0 h 6953034"/>
              <a:gd name="connsiteX2-401" fmla="*/ 6247006 w 6299200"/>
              <a:gd name="connsiteY2-402" fmla="*/ 4397613 h 6953034"/>
              <a:gd name="connsiteX3-403" fmla="*/ 6247006 w 6299200"/>
              <a:gd name="connsiteY3-404" fmla="*/ 6953034 h 6953034"/>
              <a:gd name="connsiteX4-405" fmla="*/ 5245100 w 6299200"/>
              <a:gd name="connsiteY4-406" fmla="*/ 6934200 h 6953034"/>
              <a:gd name="connsiteX5-407" fmla="*/ 825500 w 6299200"/>
              <a:gd name="connsiteY5-408" fmla="*/ 6946900 h 6953034"/>
              <a:gd name="connsiteX6-409" fmla="*/ 0 w 6299200"/>
              <a:gd name="connsiteY6-410" fmla="*/ 6946900 h 6953034"/>
              <a:gd name="connsiteX7-411" fmla="*/ 3732406 w 6299200"/>
              <a:gd name="connsiteY7-412" fmla="*/ 3902313 h 6953034"/>
              <a:gd name="connsiteX8-413" fmla="*/ 5613400 w 6299200"/>
              <a:gd name="connsiteY8-414" fmla="*/ 12700 h 6953034"/>
              <a:gd name="connsiteX0-415" fmla="*/ 5562600 w 6299200"/>
              <a:gd name="connsiteY0-416" fmla="*/ 45719 h 6953034"/>
              <a:gd name="connsiteX1-417" fmla="*/ 6299200 w 6299200"/>
              <a:gd name="connsiteY1-418" fmla="*/ 0 h 6953034"/>
              <a:gd name="connsiteX2-419" fmla="*/ 6247006 w 6299200"/>
              <a:gd name="connsiteY2-420" fmla="*/ 4397613 h 6953034"/>
              <a:gd name="connsiteX3-421" fmla="*/ 6247006 w 6299200"/>
              <a:gd name="connsiteY3-422" fmla="*/ 6953034 h 6953034"/>
              <a:gd name="connsiteX4-423" fmla="*/ 5245100 w 6299200"/>
              <a:gd name="connsiteY4-424" fmla="*/ 6934200 h 6953034"/>
              <a:gd name="connsiteX5-425" fmla="*/ 825500 w 6299200"/>
              <a:gd name="connsiteY5-426" fmla="*/ 6946900 h 6953034"/>
              <a:gd name="connsiteX6-427" fmla="*/ 0 w 6299200"/>
              <a:gd name="connsiteY6-428" fmla="*/ 6946900 h 6953034"/>
              <a:gd name="connsiteX7-429" fmla="*/ 3732406 w 6299200"/>
              <a:gd name="connsiteY7-430" fmla="*/ 3902313 h 6953034"/>
              <a:gd name="connsiteX8-431" fmla="*/ 5562600 w 6299200"/>
              <a:gd name="connsiteY8-432" fmla="*/ 45719 h 695303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6299200" h="6953034">
                <a:moveTo>
                  <a:pt x="5562600" y="45719"/>
                </a:moveTo>
                <a:lnTo>
                  <a:pt x="6299200" y="0"/>
                </a:lnTo>
                <a:lnTo>
                  <a:pt x="6247006" y="4397613"/>
                </a:lnTo>
                <a:lnTo>
                  <a:pt x="6247006" y="6953034"/>
                </a:lnTo>
                <a:lnTo>
                  <a:pt x="5245100" y="6934200"/>
                </a:lnTo>
                <a:lnTo>
                  <a:pt x="825500" y="6946900"/>
                </a:lnTo>
                <a:lnTo>
                  <a:pt x="0" y="6946900"/>
                </a:lnTo>
                <a:lnTo>
                  <a:pt x="3732406" y="3902313"/>
                </a:lnTo>
                <a:lnTo>
                  <a:pt x="5562600" y="45719"/>
                </a:lnTo>
                <a:close/>
              </a:path>
            </a:pathLst>
          </a:custGeom>
          <a:gradFill flip="none" rotWithShape="1">
            <a:gsLst>
              <a:gs pos="5000">
                <a:schemeClr val="accent2"/>
              </a:gs>
              <a:gs pos="100000">
                <a:schemeClr val="accent2">
                  <a:lumMod val="50000"/>
                </a:schemeClr>
              </a:gs>
            </a:gsLst>
            <a:lin ang="13200000" scaled="0"/>
            <a:tileRect/>
          </a:gradFill>
          <a:ln w="12700" cap="flat" cmpd="sng" algn="ctr">
            <a:noFill/>
            <a:prstDash val="solid"/>
            <a:miter lim="800000"/>
          </a:ln>
          <a:effectLst>
            <a:glow>
              <a:schemeClr val="bg1"/>
            </a:glow>
            <a:outerShdw sx="1000" sy="1000" algn="ctr" rotWithShape="0">
              <a:srgbClr val="367CFF"/>
            </a:outerShdw>
            <a:softEdge rad="0"/>
          </a:effectLst>
        </p:spPr>
        <p:txBody>
          <a:bodyPr rot="0" spcFirstLastPara="0" vertOverflow="overflow" horzOverflow="overflow" vert="horz" wrap="square" lIns="74284" tIns="37142" rIns="74284" bIns="37142" numCol="1" spcCol="0" rtlCol="0" fromWordArt="0" anchor="ctr" anchorCtr="0" forceAA="0" compatLnSpc="1">
            <a:noAutofit/>
          </a:bodyPr>
          <a:lstStyle/>
          <a:p>
            <a:pPr algn="ctr" defTabSz="742950"/>
            <a:endParaRPr lang="ru-RU" sz="405" b="1" kern="0" dirty="0">
              <a:solidFill>
                <a:srgbClr val="FFFFFF"/>
              </a:solidFill>
              <a:latin typeface="Calibri" panose="020F0502020204030204"/>
            </a:endParaRPr>
          </a:p>
        </p:txBody>
      </p:sp>
      <p:sp>
        <p:nvSpPr>
          <p:cNvPr id="2" name="Прямоугольник 1"/>
          <p:cNvSpPr/>
          <p:nvPr userDrawn="1"/>
        </p:nvSpPr>
        <p:spPr>
          <a:xfrm>
            <a:off x="6852529" y="2996120"/>
            <a:ext cx="616490" cy="5642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4284" tIns="37142" rIns="74284" bIns="37142" rtlCol="0" anchor="ctr"/>
          <a:lstStyle/>
          <a:p>
            <a:pPr algn="ctr" defTabSz="742950"/>
            <a:endParaRPr lang="ru-RU" sz="1465">
              <a:solidFill>
                <a:prstClr val="white"/>
              </a:solidFill>
            </a:endParaRPr>
          </a:p>
        </p:txBody>
      </p:sp>
      <p:sp>
        <p:nvSpPr>
          <p:cNvPr id="9" name="Freeform 131"/>
          <p:cNvSpPr/>
          <p:nvPr userDrawn="1"/>
        </p:nvSpPr>
        <p:spPr bwMode="auto">
          <a:xfrm>
            <a:off x="1246638" y="1250047"/>
            <a:ext cx="7815161" cy="6113975"/>
          </a:xfrm>
          <a:custGeom>
            <a:avLst/>
            <a:gdLst>
              <a:gd name="connsiteX0" fmla="*/ 9162777 w 9367131"/>
              <a:gd name="connsiteY0" fmla="*/ 0 h 5954094"/>
              <a:gd name="connsiteX1" fmla="*/ 9367131 w 9367131"/>
              <a:gd name="connsiteY1" fmla="*/ 482672 h 5954094"/>
              <a:gd name="connsiteX2" fmla="*/ 9171075 w 9367131"/>
              <a:gd name="connsiteY2" fmla="*/ 482672 h 5954094"/>
              <a:gd name="connsiteX3" fmla="*/ 8258220 w 9367131"/>
              <a:gd name="connsiteY3" fmla="*/ 2548006 h 5954094"/>
              <a:gd name="connsiteX4" fmla="*/ 4343320 w 9367131"/>
              <a:gd name="connsiteY4" fmla="*/ 5954094 h 5954094"/>
              <a:gd name="connsiteX5" fmla="*/ 0 w 9367131"/>
              <a:gd name="connsiteY5" fmla="*/ 5954094 h 5954094"/>
              <a:gd name="connsiteX6" fmla="*/ 7459473 w 9367131"/>
              <a:gd name="connsiteY6" fmla="*/ 2548006 h 5954094"/>
              <a:gd name="connsiteX7" fmla="*/ 7459472 w 9367131"/>
              <a:gd name="connsiteY7" fmla="*/ 2548006 h 5954094"/>
              <a:gd name="connsiteX8" fmla="*/ 8735395 w 9367131"/>
              <a:gd name="connsiteY8" fmla="*/ 500929 h 5954094"/>
              <a:gd name="connsiteX9" fmla="*/ 8535189 w 9367131"/>
              <a:gd name="connsiteY9" fmla="*/ 500929 h 5954094"/>
              <a:gd name="connsiteX10" fmla="*/ 9162777 w 9367131"/>
              <a:gd name="connsiteY10" fmla="*/ 0 h 5954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67131" h="5954094">
                <a:moveTo>
                  <a:pt x="9162777" y="0"/>
                </a:moveTo>
                <a:lnTo>
                  <a:pt x="9367131" y="482672"/>
                </a:lnTo>
                <a:lnTo>
                  <a:pt x="9171075" y="482672"/>
                </a:lnTo>
                <a:lnTo>
                  <a:pt x="8258220" y="2548006"/>
                </a:lnTo>
                <a:lnTo>
                  <a:pt x="4343320" y="5954094"/>
                </a:lnTo>
                <a:lnTo>
                  <a:pt x="0" y="5954094"/>
                </a:lnTo>
                <a:lnTo>
                  <a:pt x="7459473" y="2548006"/>
                </a:lnTo>
                <a:lnTo>
                  <a:pt x="7459472" y="2548006"/>
                </a:lnTo>
                <a:lnTo>
                  <a:pt x="8735395" y="500929"/>
                </a:lnTo>
                <a:lnTo>
                  <a:pt x="8535189" y="500929"/>
                </a:lnTo>
                <a:lnTo>
                  <a:pt x="9162777" y="0"/>
                </a:lnTo>
                <a:close/>
              </a:path>
            </a:pathLst>
          </a:custGeom>
          <a:pattFill prst="pct75">
            <a:fgClr>
              <a:schemeClr val="accent2">
                <a:lumMod val="20000"/>
                <a:lumOff val="80000"/>
              </a:schemeClr>
            </a:fgClr>
            <a:bgClr>
              <a:schemeClr val="bg1"/>
            </a:bgClr>
          </a:pattFill>
          <a:ln w="12700" cap="flat" cmpd="sng" algn="ctr">
            <a:noFill/>
            <a:prstDash val="solid"/>
            <a:miter lim="800000"/>
          </a:ln>
          <a:effectLst>
            <a:glow>
              <a:schemeClr val="bg1"/>
            </a:glow>
            <a:outerShdw sx="1000" sy="1000" algn="ctr" rotWithShape="0">
              <a:srgbClr val="367CFF"/>
            </a:outerShdw>
            <a:softEdge rad="0"/>
          </a:effectLst>
        </p:spPr>
        <p:txBody>
          <a:bodyPr rot="0" spcFirstLastPara="0" vertOverflow="overflow" horzOverflow="overflow" vert="horz" wrap="square" lIns="74284" tIns="37142" rIns="74284" bIns="37142" numCol="1" spcCol="0" rtlCol="0" fromWordArt="0" anchor="ctr" anchorCtr="0" forceAA="0" compatLnSpc="1">
            <a:noAutofit/>
          </a:bodyPr>
          <a:lstStyle/>
          <a:p>
            <a:pPr algn="ctr" defTabSz="742950"/>
            <a:endParaRPr lang="en-US" sz="405" b="1" kern="0">
              <a:solidFill>
                <a:srgbClr val="FFFFFF"/>
              </a:solidFill>
              <a:latin typeface="Calibri" panose="020F0502020204030204"/>
            </a:endParaRPr>
          </a:p>
        </p:txBody>
      </p:sp>
      <p:sp>
        <p:nvSpPr>
          <p:cNvPr id="11" name="Прямоугольник 10"/>
          <p:cNvSpPr/>
          <p:nvPr userDrawn="1"/>
        </p:nvSpPr>
        <p:spPr>
          <a:xfrm>
            <a:off x="4860791" y="3988341"/>
            <a:ext cx="616490" cy="5642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4284" tIns="37142" rIns="74284" bIns="37142" rtlCol="0" anchor="ctr"/>
          <a:lstStyle/>
          <a:p>
            <a:pPr algn="ctr" defTabSz="742950"/>
            <a:endParaRPr lang="ru-RU" sz="1465">
              <a:solidFill>
                <a:prstClr val="white"/>
              </a:solidFill>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Заголовок и объект">
    <p:spTree>
      <p:nvGrpSpPr>
        <p:cNvPr id="1" name=""/>
        <p:cNvGrpSpPr/>
        <p:nvPr/>
      </p:nvGrpSpPr>
      <p:grpSpPr>
        <a:xfrm>
          <a:off x="0" y="0"/>
          <a:ext cx="0" cy="0"/>
          <a:chOff x="0" y="0"/>
          <a:chExt cx="0" cy="0"/>
        </a:xfrm>
      </p:grpSpPr>
      <p:sp>
        <p:nvSpPr>
          <p:cNvPr id="7" name="Заголовок 2"/>
          <p:cNvSpPr txBox="1"/>
          <p:nvPr userDrawn="1"/>
        </p:nvSpPr>
        <p:spPr>
          <a:xfrm>
            <a:off x="282755" y="6301368"/>
            <a:ext cx="3184071" cy="210046"/>
          </a:xfrm>
          <a:prstGeom prst="rect">
            <a:avLst/>
          </a:prstGeom>
        </p:spPr>
        <p:txBody>
          <a:bodyPr wrap="square" lIns="74284" tIns="37142" rIns="74284" bIns="37142">
            <a:spAutoFit/>
          </a:bodyPr>
          <a:lstStyle>
            <a:lvl1pPr algn="ctr" defTabSz="914400" rtl="0" eaLnBrk="1" latinLnBrk="0" hangingPunct="1">
              <a:lnSpc>
                <a:spcPct val="90000"/>
              </a:lnSpc>
              <a:spcBef>
                <a:spcPct val="0"/>
              </a:spcBef>
              <a:buNone/>
              <a:defRPr sz="4400" b="1" i="0" kern="1200">
                <a:solidFill>
                  <a:schemeClr val="tx1"/>
                </a:solidFill>
                <a:latin typeface="VTB Group Cond" panose="020B0506050504020204" pitchFamily="34" charset="0"/>
                <a:ea typeface="VTB Group Cond" panose="020B0506050504020204" pitchFamily="34" charset="0"/>
                <a:cs typeface="+mj-cs"/>
              </a:defRPr>
            </a:lvl1pPr>
          </a:lstStyle>
          <a:p>
            <a:pPr algn="l"/>
            <a:r>
              <a:rPr lang="en-US" sz="975" b="0" dirty="0">
                <a:solidFill>
                  <a:prstClr val="white">
                    <a:lumMod val="50000"/>
                  </a:prstClr>
                </a:solidFill>
                <a:latin typeface="Oswald Light" pitchFamily="2" charset="-52"/>
                <a:ea typeface="VTB Group Cond Book" panose="020B0506050504020204" pitchFamily="34" charset="0"/>
              </a:rPr>
              <a:t>Digital IT pitch-deck PowerPoint bundle</a:t>
            </a:r>
            <a:endParaRPr lang="ru-RU" sz="975" b="0" dirty="0">
              <a:solidFill>
                <a:prstClr val="white">
                  <a:lumMod val="50000"/>
                </a:prstClr>
              </a:solidFill>
              <a:latin typeface="Oswald Light" pitchFamily="2" charset="-52"/>
              <a:ea typeface="VTB Group Cond Book" panose="020B0506050504020204" pitchFamily="34" charset="0"/>
            </a:endParaRPr>
          </a:p>
        </p:txBody>
      </p:sp>
      <p:sp>
        <p:nvSpPr>
          <p:cNvPr id="10" name="Заголовок 9"/>
          <p:cNvSpPr>
            <a:spLocks noGrp="1"/>
          </p:cNvSpPr>
          <p:nvPr>
            <p:ph type="title"/>
          </p:nvPr>
        </p:nvSpPr>
        <p:spPr>
          <a:xfrm>
            <a:off x="275610" y="322673"/>
            <a:ext cx="8543925" cy="587454"/>
          </a:xfrm>
          <a:prstGeom prst="rect">
            <a:avLst/>
          </a:prstGeom>
        </p:spPr>
        <p:txBody>
          <a:bodyPr lIns="91426" tIns="45713" rIns="91426" bIns="45713">
            <a:spAutoFit/>
          </a:bodyPr>
          <a:lstStyle/>
          <a:p>
            <a:r>
              <a:rPr lang="ru-RU"/>
              <a:t>Образец заголовка</a:t>
            </a:r>
            <a:endParaRPr lang="ru-RU"/>
          </a:p>
        </p:txBody>
      </p:sp>
      <p:sp>
        <p:nvSpPr>
          <p:cNvPr id="13" name="Номер слайда 5"/>
          <p:cNvSpPr>
            <a:spLocks noGrp="1"/>
          </p:cNvSpPr>
          <p:nvPr>
            <p:ph type="sldNum" sz="quarter" idx="12"/>
          </p:nvPr>
        </p:nvSpPr>
        <p:spPr>
          <a:xfrm>
            <a:off x="7394398" y="6296215"/>
            <a:ext cx="2228850" cy="227356"/>
          </a:xfrm>
          <a:prstGeom prst="rect">
            <a:avLst/>
          </a:prstGeom>
        </p:spPr>
        <p:txBody>
          <a:bodyPr wrap="square" lIns="91426" tIns="45713" rIns="91426" bIns="45713">
            <a:spAutoFit/>
          </a:bodyPr>
          <a:lstStyle>
            <a:lvl1pPr algn="r">
              <a:defRPr lang="ru-RU" sz="975" b="0" i="0" smtClean="0">
                <a:solidFill>
                  <a:schemeClr val="bg1">
                    <a:lumMod val="50000"/>
                  </a:schemeClr>
                </a:solidFill>
                <a:latin typeface="Oswald Light" pitchFamily="2" charset="-52"/>
                <a:ea typeface="VTB Group Cond Book" panose="020B0506050504020204" pitchFamily="34" charset="0"/>
                <a:cs typeface="+mj-cs"/>
              </a:defRPr>
            </a:lvl1pPr>
          </a:lstStyle>
          <a:p>
            <a:pPr defTabSz="742950">
              <a:lnSpc>
                <a:spcPct val="90000"/>
              </a:lnSpc>
              <a:spcBef>
                <a:spcPct val="0"/>
              </a:spcBef>
            </a:pPr>
            <a:fld id="{373AE3C4-C2A6-4DCD-9963-3D7F259FD580}" type="slidenum">
              <a:rPr lang="ru-RU" smtClean="0">
                <a:solidFill>
                  <a:prstClr val="white">
                    <a:lumMod val="50000"/>
                  </a:prstClr>
                </a:solidFill>
              </a:rPr>
            </a:fld>
            <a:endParaRPr lang="ru-RU" dirty="0">
              <a:solidFill>
                <a:prstClr val="white">
                  <a:lumMod val="50000"/>
                </a:prstClr>
              </a:solidFill>
            </a:endParaRPr>
          </a:p>
        </p:txBody>
      </p:sp>
    </p:spTree>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3_Заголовок и объект">
    <p:spTree>
      <p:nvGrpSpPr>
        <p:cNvPr id="1" name=""/>
        <p:cNvGrpSpPr/>
        <p:nvPr/>
      </p:nvGrpSpPr>
      <p:grpSpPr>
        <a:xfrm>
          <a:off x="0" y="0"/>
          <a:ext cx="0" cy="0"/>
          <a:chOff x="0" y="0"/>
          <a:chExt cx="0" cy="0"/>
        </a:xfrm>
      </p:grpSpPr>
      <p:sp>
        <p:nvSpPr>
          <p:cNvPr id="3" name="Рисунок 2"/>
          <p:cNvSpPr>
            <a:spLocks noGrp="1"/>
          </p:cNvSpPr>
          <p:nvPr>
            <p:ph type="pic" sz="quarter" idx="13"/>
          </p:nvPr>
        </p:nvSpPr>
        <p:spPr>
          <a:xfrm>
            <a:off x="4349772" y="392400"/>
            <a:ext cx="4934475" cy="6073200"/>
          </a:xfrm>
          <a:prstGeom prst="ellipse">
            <a:avLst/>
          </a:prstGeom>
          <a:pattFill prst="pct5">
            <a:fgClr>
              <a:schemeClr val="accent1"/>
            </a:fgClr>
            <a:bgClr>
              <a:schemeClr val="bg1"/>
            </a:bgClr>
          </a:pattFill>
          <a:ln w="6350">
            <a:solidFill>
              <a:schemeClr val="accent2">
                <a:lumMod val="40000"/>
                <a:lumOff val="60000"/>
              </a:schemeClr>
            </a:solidFill>
          </a:ln>
        </p:spPr>
        <p:txBody>
          <a:bodyPr lIns="91426" tIns="45713" rIns="91426" bIns="45713"/>
          <a:lstStyle>
            <a:lvl1pPr>
              <a:defRPr lang="ru-RU" dirty="0"/>
            </a:lvl1pPr>
          </a:lstStyle>
          <a:p>
            <a:pPr lvl="0"/>
            <a:endParaRPr lang="ru-RU" dirty="0"/>
          </a:p>
        </p:txBody>
      </p:sp>
      <p:sp>
        <p:nvSpPr>
          <p:cNvPr id="7" name="Заголовок 2"/>
          <p:cNvSpPr txBox="1"/>
          <p:nvPr userDrawn="1"/>
        </p:nvSpPr>
        <p:spPr>
          <a:xfrm>
            <a:off x="282755" y="6301368"/>
            <a:ext cx="3184071" cy="210046"/>
          </a:xfrm>
          <a:prstGeom prst="rect">
            <a:avLst/>
          </a:prstGeom>
        </p:spPr>
        <p:txBody>
          <a:bodyPr wrap="square" lIns="74284" tIns="37142" rIns="74284" bIns="37142">
            <a:spAutoFit/>
          </a:bodyPr>
          <a:lstStyle>
            <a:lvl1pPr algn="ctr" defTabSz="914400" rtl="0" eaLnBrk="1" latinLnBrk="0" hangingPunct="1">
              <a:lnSpc>
                <a:spcPct val="90000"/>
              </a:lnSpc>
              <a:spcBef>
                <a:spcPct val="0"/>
              </a:spcBef>
              <a:buNone/>
              <a:defRPr sz="4400" b="1" i="0" kern="1200">
                <a:solidFill>
                  <a:schemeClr val="tx1"/>
                </a:solidFill>
                <a:latin typeface="VTB Group Cond" panose="020B0506050504020204" pitchFamily="34" charset="0"/>
                <a:ea typeface="VTB Group Cond" panose="020B0506050504020204" pitchFamily="34" charset="0"/>
                <a:cs typeface="+mj-cs"/>
              </a:defRPr>
            </a:lvl1pPr>
          </a:lstStyle>
          <a:p>
            <a:pPr algn="l"/>
            <a:r>
              <a:rPr lang="en-US" sz="975" b="0" dirty="0">
                <a:solidFill>
                  <a:prstClr val="white">
                    <a:lumMod val="50000"/>
                  </a:prstClr>
                </a:solidFill>
                <a:latin typeface="Oswald Light" pitchFamily="2" charset="-52"/>
                <a:ea typeface="VTB Group Cond Book" panose="020B0506050504020204" pitchFamily="34" charset="0"/>
              </a:rPr>
              <a:t>Digital IT pitch-deck PowerPoint bundle</a:t>
            </a:r>
            <a:endParaRPr lang="ru-RU" sz="975" b="0" dirty="0">
              <a:solidFill>
                <a:prstClr val="white">
                  <a:lumMod val="50000"/>
                </a:prstClr>
              </a:solidFill>
              <a:latin typeface="Oswald Light" pitchFamily="2" charset="-52"/>
              <a:ea typeface="VTB Group Cond Book" panose="020B0506050504020204" pitchFamily="34" charset="0"/>
            </a:endParaRPr>
          </a:p>
        </p:txBody>
      </p:sp>
      <p:sp>
        <p:nvSpPr>
          <p:cNvPr id="10" name="Заголовок 9"/>
          <p:cNvSpPr>
            <a:spLocks noGrp="1"/>
          </p:cNvSpPr>
          <p:nvPr>
            <p:ph type="title"/>
          </p:nvPr>
        </p:nvSpPr>
        <p:spPr>
          <a:xfrm>
            <a:off x="275610" y="322673"/>
            <a:ext cx="8543925" cy="587454"/>
          </a:xfrm>
          <a:prstGeom prst="rect">
            <a:avLst/>
          </a:prstGeom>
        </p:spPr>
        <p:txBody>
          <a:bodyPr lIns="91426" tIns="45713" rIns="91426" bIns="45713">
            <a:spAutoFit/>
          </a:bodyPr>
          <a:lstStyle/>
          <a:p>
            <a:r>
              <a:rPr lang="ru-RU"/>
              <a:t>Образец заголовка</a:t>
            </a:r>
            <a:endParaRPr lang="ru-RU"/>
          </a:p>
        </p:txBody>
      </p:sp>
      <p:sp>
        <p:nvSpPr>
          <p:cNvPr id="13" name="Номер слайда 5"/>
          <p:cNvSpPr>
            <a:spLocks noGrp="1"/>
          </p:cNvSpPr>
          <p:nvPr>
            <p:ph type="sldNum" sz="quarter" idx="12"/>
          </p:nvPr>
        </p:nvSpPr>
        <p:spPr>
          <a:xfrm>
            <a:off x="7394398" y="6296215"/>
            <a:ext cx="2228850" cy="227356"/>
          </a:xfrm>
          <a:prstGeom prst="rect">
            <a:avLst/>
          </a:prstGeom>
        </p:spPr>
        <p:txBody>
          <a:bodyPr wrap="square" lIns="91426" tIns="45713" rIns="91426" bIns="45713">
            <a:spAutoFit/>
          </a:bodyPr>
          <a:lstStyle>
            <a:lvl1pPr algn="r">
              <a:defRPr lang="ru-RU" sz="975" b="0" i="0" smtClean="0">
                <a:solidFill>
                  <a:schemeClr val="bg1">
                    <a:lumMod val="50000"/>
                  </a:schemeClr>
                </a:solidFill>
                <a:latin typeface="Oswald Light" pitchFamily="2" charset="-52"/>
                <a:ea typeface="VTB Group Cond Book" panose="020B0506050504020204" pitchFamily="34" charset="0"/>
                <a:cs typeface="+mj-cs"/>
              </a:defRPr>
            </a:lvl1pPr>
          </a:lstStyle>
          <a:p>
            <a:pPr defTabSz="742950">
              <a:lnSpc>
                <a:spcPct val="90000"/>
              </a:lnSpc>
              <a:spcBef>
                <a:spcPct val="0"/>
              </a:spcBef>
            </a:pPr>
            <a:fld id="{373AE3C4-C2A6-4DCD-9963-3D7F259FD580}" type="slidenum">
              <a:rPr lang="ru-RU" smtClean="0">
                <a:solidFill>
                  <a:prstClr val="white">
                    <a:lumMod val="50000"/>
                  </a:prstClr>
                </a:solidFill>
              </a:rPr>
            </a:fld>
            <a:endParaRPr lang="ru-RU" dirty="0">
              <a:solidFill>
                <a:prstClr val="white">
                  <a:lumMod val="50000"/>
                </a:prstClr>
              </a:solidFill>
            </a:endParaRPr>
          </a:p>
        </p:txBody>
      </p:sp>
    </p:spTree>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Заголовок и объект">
    <p:spTree>
      <p:nvGrpSpPr>
        <p:cNvPr id="1" name=""/>
        <p:cNvGrpSpPr/>
        <p:nvPr/>
      </p:nvGrpSpPr>
      <p:grpSpPr>
        <a:xfrm>
          <a:off x="0" y="0"/>
          <a:ext cx="0" cy="0"/>
          <a:chOff x="0" y="0"/>
          <a:chExt cx="0" cy="0"/>
        </a:xfrm>
      </p:grpSpPr>
      <p:sp>
        <p:nvSpPr>
          <p:cNvPr id="7" name="Заголовок 2"/>
          <p:cNvSpPr txBox="1"/>
          <p:nvPr userDrawn="1"/>
        </p:nvSpPr>
        <p:spPr>
          <a:xfrm>
            <a:off x="282755" y="6301368"/>
            <a:ext cx="3184071" cy="210046"/>
          </a:xfrm>
          <a:prstGeom prst="rect">
            <a:avLst/>
          </a:prstGeom>
        </p:spPr>
        <p:txBody>
          <a:bodyPr wrap="square" lIns="74284" tIns="37142" rIns="74284" bIns="37142">
            <a:spAutoFit/>
          </a:bodyPr>
          <a:lstStyle>
            <a:lvl1pPr algn="ctr" defTabSz="914400" rtl="0" eaLnBrk="1" latinLnBrk="0" hangingPunct="1">
              <a:lnSpc>
                <a:spcPct val="90000"/>
              </a:lnSpc>
              <a:spcBef>
                <a:spcPct val="0"/>
              </a:spcBef>
              <a:buNone/>
              <a:defRPr sz="4400" b="1" i="0" kern="1200">
                <a:solidFill>
                  <a:schemeClr val="tx1"/>
                </a:solidFill>
                <a:latin typeface="VTB Group Cond" panose="020B0506050504020204" pitchFamily="34" charset="0"/>
                <a:ea typeface="VTB Group Cond" panose="020B0506050504020204" pitchFamily="34" charset="0"/>
                <a:cs typeface="+mj-cs"/>
              </a:defRPr>
            </a:lvl1pPr>
          </a:lstStyle>
          <a:p>
            <a:pPr algn="l"/>
            <a:r>
              <a:rPr lang="en-US" sz="975" b="0" dirty="0">
                <a:solidFill>
                  <a:prstClr val="white">
                    <a:lumMod val="50000"/>
                  </a:prstClr>
                </a:solidFill>
                <a:latin typeface="Oswald Light" pitchFamily="2" charset="-52"/>
                <a:ea typeface="VTB Group Cond Book" panose="020B0506050504020204" pitchFamily="34" charset="0"/>
              </a:rPr>
              <a:t>Digital IT pitch-deck PowerPoint bundle</a:t>
            </a:r>
            <a:endParaRPr lang="ru-RU" sz="975" b="0" dirty="0">
              <a:solidFill>
                <a:prstClr val="white">
                  <a:lumMod val="50000"/>
                </a:prstClr>
              </a:solidFill>
              <a:latin typeface="Oswald Light" pitchFamily="2" charset="-52"/>
              <a:ea typeface="VTB Group Cond Book" panose="020B0506050504020204" pitchFamily="34" charset="0"/>
            </a:endParaRPr>
          </a:p>
        </p:txBody>
      </p:sp>
      <p:sp>
        <p:nvSpPr>
          <p:cNvPr id="10" name="Заголовок 9"/>
          <p:cNvSpPr>
            <a:spLocks noGrp="1"/>
          </p:cNvSpPr>
          <p:nvPr>
            <p:ph type="title"/>
          </p:nvPr>
        </p:nvSpPr>
        <p:spPr>
          <a:xfrm>
            <a:off x="275610" y="322673"/>
            <a:ext cx="8543925" cy="587454"/>
          </a:xfrm>
          <a:prstGeom prst="rect">
            <a:avLst/>
          </a:prstGeom>
        </p:spPr>
        <p:txBody>
          <a:bodyPr lIns="91426" tIns="45713" rIns="91426" bIns="45713">
            <a:spAutoFit/>
          </a:bodyPr>
          <a:lstStyle/>
          <a:p>
            <a:r>
              <a:rPr lang="ru-RU"/>
              <a:t>Образец заголовка</a:t>
            </a:r>
            <a:endParaRPr lang="ru-RU"/>
          </a:p>
        </p:txBody>
      </p:sp>
      <p:sp>
        <p:nvSpPr>
          <p:cNvPr id="13" name="Номер слайда 5"/>
          <p:cNvSpPr>
            <a:spLocks noGrp="1"/>
          </p:cNvSpPr>
          <p:nvPr>
            <p:ph type="sldNum" sz="quarter" idx="12"/>
          </p:nvPr>
        </p:nvSpPr>
        <p:spPr>
          <a:xfrm>
            <a:off x="7394398" y="6296215"/>
            <a:ext cx="2228850" cy="227356"/>
          </a:xfrm>
          <a:prstGeom prst="rect">
            <a:avLst/>
          </a:prstGeom>
        </p:spPr>
        <p:txBody>
          <a:bodyPr wrap="square" lIns="91426" tIns="45713" rIns="91426" bIns="45713">
            <a:spAutoFit/>
          </a:bodyPr>
          <a:lstStyle>
            <a:lvl1pPr algn="r">
              <a:defRPr lang="ru-RU" sz="975" b="0" i="0" smtClean="0">
                <a:solidFill>
                  <a:schemeClr val="bg1">
                    <a:lumMod val="50000"/>
                  </a:schemeClr>
                </a:solidFill>
                <a:latin typeface="Oswald Light" pitchFamily="2" charset="-52"/>
                <a:ea typeface="VTB Group Cond Book" panose="020B0506050504020204" pitchFamily="34" charset="0"/>
                <a:cs typeface="+mj-cs"/>
              </a:defRPr>
            </a:lvl1pPr>
          </a:lstStyle>
          <a:p>
            <a:pPr defTabSz="742950">
              <a:lnSpc>
                <a:spcPct val="90000"/>
              </a:lnSpc>
              <a:spcBef>
                <a:spcPct val="0"/>
              </a:spcBef>
            </a:pPr>
            <a:fld id="{373AE3C4-C2A6-4DCD-9963-3D7F259FD580}" type="slidenum">
              <a:rPr lang="ru-RU" smtClean="0">
                <a:solidFill>
                  <a:prstClr val="white">
                    <a:lumMod val="50000"/>
                  </a:prstClr>
                </a:solidFill>
              </a:rPr>
            </a:fld>
            <a:endParaRPr lang="ru-RU" dirty="0">
              <a:solidFill>
                <a:prstClr val="white">
                  <a:lumMod val="50000"/>
                </a:prstClr>
              </a:solidFill>
            </a:endParaRPr>
          </a:p>
        </p:txBody>
      </p:sp>
      <p:pic>
        <p:nvPicPr>
          <p:cNvPr id="5" name="Picture 2"/>
          <p:cNvPicPr>
            <a:picLocks noChangeAspect="1" noChangeArrowheads="1"/>
          </p:cNvPicPr>
          <p:nvPr userDrawn="1"/>
        </p:nvPicPr>
        <p:blipFill>
          <a:blip r:embed="rId2" cstate="screen"/>
          <a:srcRect/>
          <a:stretch>
            <a:fillRect/>
          </a:stretch>
        </p:blipFill>
        <p:spPr bwMode="auto">
          <a:xfrm>
            <a:off x="8051592" y="79884"/>
            <a:ext cx="1489449" cy="9624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Заголовок и объект">
    <p:spTree>
      <p:nvGrpSpPr>
        <p:cNvPr id="1" name=""/>
        <p:cNvGrpSpPr/>
        <p:nvPr/>
      </p:nvGrpSpPr>
      <p:grpSpPr>
        <a:xfrm>
          <a:off x="0" y="0"/>
          <a:ext cx="0" cy="0"/>
          <a:chOff x="0" y="0"/>
          <a:chExt cx="0" cy="0"/>
        </a:xfrm>
      </p:grpSpPr>
      <p:sp>
        <p:nvSpPr>
          <p:cNvPr id="5" name="Овал 74"/>
          <p:cNvSpPr/>
          <p:nvPr userDrawn="1"/>
        </p:nvSpPr>
        <p:spPr>
          <a:xfrm>
            <a:off x="-3757281" y="-1321300"/>
            <a:ext cx="8293629" cy="10207538"/>
          </a:xfrm>
          <a:prstGeom prst="ellipse">
            <a:avLst/>
          </a:prstGeom>
          <a:pattFill prst="pct75">
            <a:fgClr>
              <a:schemeClr val="accent2">
                <a:lumMod val="20000"/>
                <a:lumOff val="80000"/>
              </a:schemeClr>
            </a:fgClr>
            <a:bgClr>
              <a:schemeClr val="bg1"/>
            </a:bgClr>
          </a:pattFill>
          <a:ln w="12700" cap="flat" cmpd="sng" algn="ctr">
            <a:noFill/>
            <a:prstDash val="solid"/>
            <a:miter lim="800000"/>
          </a:ln>
          <a:effectLst>
            <a:glow>
              <a:schemeClr val="bg1"/>
            </a:glow>
            <a:outerShdw sx="1000" sy="1000" algn="ctr" rotWithShape="0">
              <a:srgbClr val="367CFF"/>
            </a:outerShdw>
            <a:softEdge rad="0"/>
          </a:effectLst>
        </p:spPr>
        <p:txBody>
          <a:bodyPr rot="0" spcFirstLastPara="0" vertOverflow="overflow" horzOverflow="overflow" vert="horz" wrap="square" lIns="74284" tIns="37142" rIns="74284" bIns="37142" numCol="1" spcCol="0" rtlCol="0" fromWordArt="0" anchor="ctr" anchorCtr="0" forceAA="0" compatLnSpc="1">
            <a:noAutofit/>
          </a:bodyPr>
          <a:lstStyle/>
          <a:p>
            <a:pPr algn="ctr" defTabSz="742950"/>
            <a:endParaRPr lang="ru-RU" sz="405" b="1" kern="0" dirty="0" err="1">
              <a:solidFill>
                <a:srgbClr val="FFFFFF"/>
              </a:solidFill>
              <a:latin typeface="Calibri" panose="020F0502020204030204"/>
            </a:endParaRPr>
          </a:p>
        </p:txBody>
      </p:sp>
      <p:sp>
        <p:nvSpPr>
          <p:cNvPr id="7" name="Заголовок 2"/>
          <p:cNvSpPr txBox="1"/>
          <p:nvPr userDrawn="1"/>
        </p:nvSpPr>
        <p:spPr>
          <a:xfrm>
            <a:off x="282755" y="6301368"/>
            <a:ext cx="3184071" cy="210046"/>
          </a:xfrm>
          <a:prstGeom prst="rect">
            <a:avLst/>
          </a:prstGeom>
        </p:spPr>
        <p:txBody>
          <a:bodyPr wrap="square" lIns="74284" tIns="37142" rIns="74284" bIns="37142">
            <a:spAutoFit/>
          </a:bodyPr>
          <a:lstStyle>
            <a:lvl1pPr algn="ctr" defTabSz="914400" rtl="0" eaLnBrk="1" latinLnBrk="0" hangingPunct="1">
              <a:lnSpc>
                <a:spcPct val="90000"/>
              </a:lnSpc>
              <a:spcBef>
                <a:spcPct val="0"/>
              </a:spcBef>
              <a:buNone/>
              <a:defRPr sz="4400" b="1" i="0" kern="1200">
                <a:solidFill>
                  <a:schemeClr val="tx1"/>
                </a:solidFill>
                <a:latin typeface="VTB Group Cond" panose="020B0506050504020204" pitchFamily="34" charset="0"/>
                <a:ea typeface="VTB Group Cond" panose="020B0506050504020204" pitchFamily="34" charset="0"/>
                <a:cs typeface="+mj-cs"/>
              </a:defRPr>
            </a:lvl1pPr>
          </a:lstStyle>
          <a:p>
            <a:pPr algn="l"/>
            <a:r>
              <a:rPr lang="en-US" sz="975" b="0" dirty="0">
                <a:solidFill>
                  <a:prstClr val="white">
                    <a:lumMod val="50000"/>
                  </a:prstClr>
                </a:solidFill>
                <a:latin typeface="Oswald Light" pitchFamily="2" charset="-52"/>
                <a:ea typeface="VTB Group Cond Book" panose="020B0506050504020204" pitchFamily="34" charset="0"/>
              </a:rPr>
              <a:t>Digital IT pitch-deck PowerPoint bundle</a:t>
            </a:r>
            <a:endParaRPr lang="ru-RU" sz="975" b="0" dirty="0">
              <a:solidFill>
                <a:prstClr val="white">
                  <a:lumMod val="50000"/>
                </a:prstClr>
              </a:solidFill>
              <a:latin typeface="Oswald Light" pitchFamily="2" charset="-52"/>
              <a:ea typeface="VTB Group Cond Book" panose="020B0506050504020204" pitchFamily="34" charset="0"/>
            </a:endParaRPr>
          </a:p>
        </p:txBody>
      </p:sp>
      <p:sp>
        <p:nvSpPr>
          <p:cNvPr id="10" name="Заголовок 9"/>
          <p:cNvSpPr>
            <a:spLocks noGrp="1"/>
          </p:cNvSpPr>
          <p:nvPr>
            <p:ph type="title"/>
          </p:nvPr>
        </p:nvSpPr>
        <p:spPr>
          <a:xfrm>
            <a:off x="275610" y="337159"/>
            <a:ext cx="8543925" cy="587454"/>
          </a:xfrm>
          <a:prstGeom prst="rect">
            <a:avLst/>
          </a:prstGeom>
        </p:spPr>
        <p:txBody>
          <a:bodyPr lIns="91426" tIns="45713" rIns="91426" bIns="45713">
            <a:spAutoFit/>
          </a:bodyPr>
          <a:lstStyle/>
          <a:p>
            <a:r>
              <a:rPr lang="ru-RU" dirty="0"/>
              <a:t>Образец заголовка</a:t>
            </a:r>
            <a:endParaRPr lang="ru-RU" dirty="0"/>
          </a:p>
        </p:txBody>
      </p:sp>
      <p:sp>
        <p:nvSpPr>
          <p:cNvPr id="13" name="Номер слайда 5"/>
          <p:cNvSpPr>
            <a:spLocks noGrp="1"/>
          </p:cNvSpPr>
          <p:nvPr>
            <p:ph type="sldNum" sz="quarter" idx="12"/>
          </p:nvPr>
        </p:nvSpPr>
        <p:spPr>
          <a:xfrm>
            <a:off x="7394398" y="6296215"/>
            <a:ext cx="2228850" cy="227356"/>
          </a:xfrm>
          <a:prstGeom prst="rect">
            <a:avLst/>
          </a:prstGeom>
        </p:spPr>
        <p:txBody>
          <a:bodyPr wrap="square" lIns="91426" tIns="45713" rIns="91426" bIns="45713">
            <a:spAutoFit/>
          </a:bodyPr>
          <a:lstStyle>
            <a:lvl1pPr algn="r">
              <a:defRPr lang="ru-RU" sz="975" b="0" i="0" smtClean="0">
                <a:solidFill>
                  <a:schemeClr val="bg1">
                    <a:lumMod val="50000"/>
                  </a:schemeClr>
                </a:solidFill>
                <a:latin typeface="Oswald Light" pitchFamily="2" charset="-52"/>
                <a:ea typeface="VTB Group Cond Book" panose="020B0506050504020204" pitchFamily="34" charset="0"/>
                <a:cs typeface="+mj-cs"/>
              </a:defRPr>
            </a:lvl1pPr>
          </a:lstStyle>
          <a:p>
            <a:pPr defTabSz="742950">
              <a:lnSpc>
                <a:spcPct val="90000"/>
              </a:lnSpc>
              <a:spcBef>
                <a:spcPct val="0"/>
              </a:spcBef>
            </a:pPr>
            <a:fld id="{373AE3C4-C2A6-4DCD-9963-3D7F259FD580}" type="slidenum">
              <a:rPr lang="ru-RU" smtClean="0">
                <a:solidFill>
                  <a:prstClr val="white">
                    <a:lumMod val="50000"/>
                  </a:prstClr>
                </a:solidFill>
              </a:rPr>
            </a:fld>
            <a:endParaRPr lang="ru-RU" dirty="0">
              <a:solidFill>
                <a:prstClr val="white">
                  <a:lumMod val="50000"/>
                </a:prstClr>
              </a:solidFill>
            </a:endParaRPr>
          </a:p>
        </p:txBody>
      </p:sp>
      <p:pic>
        <p:nvPicPr>
          <p:cNvPr id="6" name="Picture 6"/>
          <p:cNvPicPr>
            <a:picLocks noChangeAspect="1"/>
          </p:cNvPicPr>
          <p:nvPr userDrawn="1"/>
        </p:nvPicPr>
        <p:blipFill>
          <a:blip r:embed="rId2"/>
          <a:stretch>
            <a:fillRect/>
          </a:stretch>
        </p:blipFill>
        <p:spPr>
          <a:xfrm>
            <a:off x="-1267066" y="953953"/>
            <a:ext cx="7432785" cy="6076437"/>
          </a:xfrm>
          <a:prstGeom prst="rect">
            <a:avLst/>
          </a:prstGeom>
        </p:spPr>
      </p:pic>
      <p:sp>
        <p:nvSpPr>
          <p:cNvPr id="3" name="Рисунок 2"/>
          <p:cNvSpPr>
            <a:spLocks noGrp="1"/>
          </p:cNvSpPr>
          <p:nvPr>
            <p:ph type="pic" sz="quarter" idx="13"/>
          </p:nvPr>
        </p:nvSpPr>
        <p:spPr>
          <a:xfrm>
            <a:off x="79325" y="1966917"/>
            <a:ext cx="4827240" cy="3550443"/>
          </a:xfrm>
          <a:prstGeom prst="rect">
            <a:avLst/>
          </a:prstGeom>
          <a:pattFill prst="pct10">
            <a:fgClr>
              <a:schemeClr val="accent1"/>
            </a:fgClr>
            <a:bgClr>
              <a:schemeClr val="bg1"/>
            </a:bgClr>
          </a:pattFill>
        </p:spPr>
        <p:txBody>
          <a:bodyPr lIns="91426" tIns="45713" rIns="91426" bIns="45713"/>
          <a:lstStyle/>
          <a:p>
            <a:endParaRPr lang="ru-RU"/>
          </a:p>
        </p:txBody>
      </p:sp>
    </p:spTree>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4_Заголовок и объект">
    <p:spTree>
      <p:nvGrpSpPr>
        <p:cNvPr id="1" name=""/>
        <p:cNvGrpSpPr/>
        <p:nvPr/>
      </p:nvGrpSpPr>
      <p:grpSpPr>
        <a:xfrm>
          <a:off x="0" y="0"/>
          <a:ext cx="0" cy="0"/>
          <a:chOff x="0" y="0"/>
          <a:chExt cx="0" cy="0"/>
        </a:xfrm>
      </p:grpSpPr>
      <p:sp>
        <p:nvSpPr>
          <p:cNvPr id="2" name="Рисунок 2"/>
          <p:cNvSpPr>
            <a:spLocks noGrp="1"/>
          </p:cNvSpPr>
          <p:nvPr>
            <p:ph type="pic" sz="quarter" idx="11"/>
          </p:nvPr>
        </p:nvSpPr>
        <p:spPr>
          <a:xfrm>
            <a:off x="-3094159" y="-1577499"/>
            <a:ext cx="8135561" cy="10012998"/>
          </a:xfrm>
          <a:prstGeom prst="ellipse">
            <a:avLst/>
          </a:prstGeom>
          <a:pattFill prst="pct5">
            <a:fgClr>
              <a:schemeClr val="accent1"/>
            </a:fgClr>
            <a:bgClr>
              <a:schemeClr val="bg1"/>
            </a:bgClr>
          </a:pattFill>
        </p:spPr>
        <p:txBody>
          <a:bodyPr lIns="91426" tIns="45713" rIns="91426" bIns="45713"/>
          <a:lstStyle/>
          <a:p>
            <a:endParaRPr lang="ru-RU"/>
          </a:p>
        </p:txBody>
      </p:sp>
      <p:sp>
        <p:nvSpPr>
          <p:cNvPr id="7" name="Заголовок 2"/>
          <p:cNvSpPr txBox="1"/>
          <p:nvPr userDrawn="1"/>
        </p:nvSpPr>
        <p:spPr>
          <a:xfrm>
            <a:off x="282755" y="6301368"/>
            <a:ext cx="3184071" cy="210046"/>
          </a:xfrm>
          <a:prstGeom prst="rect">
            <a:avLst/>
          </a:prstGeom>
        </p:spPr>
        <p:txBody>
          <a:bodyPr wrap="square" lIns="74284" tIns="37142" rIns="74284" bIns="37142">
            <a:spAutoFit/>
          </a:bodyPr>
          <a:lstStyle>
            <a:lvl1pPr algn="ctr" defTabSz="914400" rtl="0" eaLnBrk="1" latinLnBrk="0" hangingPunct="1">
              <a:lnSpc>
                <a:spcPct val="90000"/>
              </a:lnSpc>
              <a:spcBef>
                <a:spcPct val="0"/>
              </a:spcBef>
              <a:buNone/>
              <a:defRPr sz="4400" b="1" i="0" kern="1200">
                <a:solidFill>
                  <a:schemeClr val="tx1"/>
                </a:solidFill>
                <a:latin typeface="VTB Group Cond" panose="020B0506050504020204" pitchFamily="34" charset="0"/>
                <a:ea typeface="VTB Group Cond" panose="020B0506050504020204" pitchFamily="34" charset="0"/>
                <a:cs typeface="+mj-cs"/>
              </a:defRPr>
            </a:lvl1pPr>
          </a:lstStyle>
          <a:p>
            <a:pPr algn="l"/>
            <a:r>
              <a:rPr lang="en-US" sz="975" b="0" dirty="0">
                <a:solidFill>
                  <a:prstClr val="white">
                    <a:lumMod val="50000"/>
                  </a:prstClr>
                </a:solidFill>
                <a:latin typeface="Oswald Light" pitchFamily="2" charset="-52"/>
                <a:ea typeface="VTB Group Cond Book" panose="020B0506050504020204" pitchFamily="34" charset="0"/>
              </a:rPr>
              <a:t>Digital IT pitch-deck PowerPoint bundle</a:t>
            </a:r>
            <a:endParaRPr lang="ru-RU" sz="975" b="0" dirty="0">
              <a:solidFill>
                <a:prstClr val="white">
                  <a:lumMod val="50000"/>
                </a:prstClr>
              </a:solidFill>
              <a:latin typeface="Oswald Light" pitchFamily="2" charset="-52"/>
              <a:ea typeface="VTB Group Cond Book" panose="020B0506050504020204" pitchFamily="34" charset="0"/>
            </a:endParaRPr>
          </a:p>
        </p:txBody>
      </p:sp>
      <p:sp>
        <p:nvSpPr>
          <p:cNvPr id="10" name="Заголовок 9"/>
          <p:cNvSpPr>
            <a:spLocks noGrp="1"/>
          </p:cNvSpPr>
          <p:nvPr>
            <p:ph type="title"/>
          </p:nvPr>
        </p:nvSpPr>
        <p:spPr>
          <a:xfrm>
            <a:off x="5539209" y="337156"/>
            <a:ext cx="3430794" cy="587454"/>
          </a:xfrm>
          <a:prstGeom prst="rect">
            <a:avLst/>
          </a:prstGeom>
        </p:spPr>
        <p:txBody>
          <a:bodyPr wrap="square" lIns="91426" tIns="45713" rIns="91426" bIns="45713">
            <a:spAutoFit/>
          </a:bodyPr>
          <a:lstStyle/>
          <a:p>
            <a:r>
              <a:rPr lang="ru-RU" dirty="0"/>
              <a:t>Образец заголовка</a:t>
            </a:r>
            <a:endParaRPr lang="ru-RU" dirty="0"/>
          </a:p>
        </p:txBody>
      </p:sp>
      <p:sp>
        <p:nvSpPr>
          <p:cNvPr id="13" name="Номер слайда 5"/>
          <p:cNvSpPr>
            <a:spLocks noGrp="1"/>
          </p:cNvSpPr>
          <p:nvPr>
            <p:ph type="sldNum" sz="quarter" idx="12"/>
          </p:nvPr>
        </p:nvSpPr>
        <p:spPr>
          <a:xfrm>
            <a:off x="7394398" y="6296215"/>
            <a:ext cx="2228850" cy="227356"/>
          </a:xfrm>
          <a:prstGeom prst="rect">
            <a:avLst/>
          </a:prstGeom>
        </p:spPr>
        <p:txBody>
          <a:bodyPr wrap="square" lIns="91426" tIns="45713" rIns="91426" bIns="45713">
            <a:spAutoFit/>
          </a:bodyPr>
          <a:lstStyle>
            <a:lvl1pPr algn="r">
              <a:defRPr lang="ru-RU" sz="975" b="0" i="0" smtClean="0">
                <a:solidFill>
                  <a:schemeClr val="bg1">
                    <a:lumMod val="50000"/>
                  </a:schemeClr>
                </a:solidFill>
                <a:latin typeface="Oswald Light" pitchFamily="2" charset="-52"/>
                <a:ea typeface="VTB Group Cond Book" panose="020B0506050504020204" pitchFamily="34" charset="0"/>
                <a:cs typeface="+mj-cs"/>
              </a:defRPr>
            </a:lvl1pPr>
          </a:lstStyle>
          <a:p>
            <a:pPr defTabSz="742950">
              <a:lnSpc>
                <a:spcPct val="90000"/>
              </a:lnSpc>
              <a:spcBef>
                <a:spcPct val="0"/>
              </a:spcBef>
            </a:pPr>
            <a:fld id="{373AE3C4-C2A6-4DCD-9963-3D7F259FD580}" type="slidenum">
              <a:rPr lang="ru-RU" smtClean="0">
                <a:solidFill>
                  <a:prstClr val="white">
                    <a:lumMod val="50000"/>
                  </a:prstClr>
                </a:solidFill>
              </a:rPr>
            </a:fld>
            <a:endParaRPr lang="ru-RU" dirty="0">
              <a:solidFill>
                <a:prstClr val="white">
                  <a:lumMod val="50000"/>
                </a:prstClr>
              </a:solidFill>
            </a:endParaRPr>
          </a:p>
        </p:txBody>
      </p:sp>
    </p:spTree>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Заголовок и объект">
    <p:spTree>
      <p:nvGrpSpPr>
        <p:cNvPr id="1" name=""/>
        <p:cNvGrpSpPr/>
        <p:nvPr/>
      </p:nvGrpSpPr>
      <p:grpSpPr>
        <a:xfrm>
          <a:off x="0" y="0"/>
          <a:ext cx="0" cy="0"/>
          <a:chOff x="0" y="0"/>
          <a:chExt cx="0" cy="0"/>
        </a:xfrm>
      </p:grpSpPr>
      <p:sp>
        <p:nvSpPr>
          <p:cNvPr id="5" name="Овал 74"/>
          <p:cNvSpPr/>
          <p:nvPr userDrawn="1"/>
        </p:nvSpPr>
        <p:spPr>
          <a:xfrm>
            <a:off x="4672720" y="-1321300"/>
            <a:ext cx="8293629" cy="10207538"/>
          </a:xfrm>
          <a:prstGeom prst="ellipse">
            <a:avLst/>
          </a:prstGeom>
          <a:pattFill prst="pct75">
            <a:fgClr>
              <a:schemeClr val="accent2">
                <a:lumMod val="20000"/>
                <a:lumOff val="80000"/>
              </a:schemeClr>
            </a:fgClr>
            <a:bgClr>
              <a:schemeClr val="bg1"/>
            </a:bgClr>
          </a:pattFill>
          <a:ln w="12700" cap="flat" cmpd="sng" algn="ctr">
            <a:noFill/>
            <a:prstDash val="solid"/>
            <a:miter lim="800000"/>
          </a:ln>
          <a:effectLst>
            <a:glow>
              <a:schemeClr val="bg1"/>
            </a:glow>
            <a:outerShdw sx="1000" sy="1000" algn="ctr" rotWithShape="0">
              <a:srgbClr val="367CFF"/>
            </a:outerShdw>
            <a:softEdge rad="0"/>
          </a:effectLst>
        </p:spPr>
        <p:txBody>
          <a:bodyPr rot="0" spcFirstLastPara="0" vertOverflow="overflow" horzOverflow="overflow" vert="horz" wrap="square" lIns="74284" tIns="37142" rIns="74284" bIns="37142" numCol="1" spcCol="0" rtlCol="0" fromWordArt="0" anchor="ctr" anchorCtr="0" forceAA="0" compatLnSpc="1">
            <a:noAutofit/>
          </a:bodyPr>
          <a:lstStyle/>
          <a:p>
            <a:pPr algn="ctr" defTabSz="742950"/>
            <a:endParaRPr lang="ru-RU" sz="405" b="1" kern="0" dirty="0" err="1">
              <a:solidFill>
                <a:srgbClr val="FFFFFF"/>
              </a:solidFill>
              <a:latin typeface="Calibri" panose="020F0502020204030204"/>
            </a:endParaRPr>
          </a:p>
        </p:txBody>
      </p:sp>
      <p:sp>
        <p:nvSpPr>
          <p:cNvPr id="7" name="Заголовок 2"/>
          <p:cNvSpPr txBox="1"/>
          <p:nvPr userDrawn="1"/>
        </p:nvSpPr>
        <p:spPr>
          <a:xfrm>
            <a:off x="282755" y="6301368"/>
            <a:ext cx="3184071" cy="210046"/>
          </a:xfrm>
          <a:prstGeom prst="rect">
            <a:avLst/>
          </a:prstGeom>
        </p:spPr>
        <p:txBody>
          <a:bodyPr wrap="square" lIns="74284" tIns="37142" rIns="74284" bIns="37142">
            <a:spAutoFit/>
          </a:bodyPr>
          <a:lstStyle>
            <a:lvl1pPr algn="ctr" defTabSz="914400" rtl="0" eaLnBrk="1" latinLnBrk="0" hangingPunct="1">
              <a:lnSpc>
                <a:spcPct val="90000"/>
              </a:lnSpc>
              <a:spcBef>
                <a:spcPct val="0"/>
              </a:spcBef>
              <a:buNone/>
              <a:defRPr sz="4400" b="1" i="0" kern="1200">
                <a:solidFill>
                  <a:schemeClr val="tx1"/>
                </a:solidFill>
                <a:latin typeface="VTB Group Cond" panose="020B0506050504020204" pitchFamily="34" charset="0"/>
                <a:ea typeface="VTB Group Cond" panose="020B0506050504020204" pitchFamily="34" charset="0"/>
                <a:cs typeface="+mj-cs"/>
              </a:defRPr>
            </a:lvl1pPr>
          </a:lstStyle>
          <a:p>
            <a:pPr algn="l"/>
            <a:r>
              <a:rPr lang="en-US" sz="975" b="0" dirty="0">
                <a:solidFill>
                  <a:prstClr val="white">
                    <a:lumMod val="50000"/>
                  </a:prstClr>
                </a:solidFill>
                <a:latin typeface="Oswald Light" pitchFamily="2" charset="-52"/>
                <a:ea typeface="VTB Group Cond Book" panose="020B0506050504020204" pitchFamily="34" charset="0"/>
              </a:rPr>
              <a:t>Digital IT pitch-deck PowerPoint bundle</a:t>
            </a:r>
            <a:endParaRPr lang="ru-RU" sz="975" b="0" dirty="0">
              <a:solidFill>
                <a:prstClr val="white">
                  <a:lumMod val="50000"/>
                </a:prstClr>
              </a:solidFill>
              <a:latin typeface="Oswald Light" pitchFamily="2" charset="-52"/>
              <a:ea typeface="VTB Group Cond Book" panose="020B0506050504020204" pitchFamily="34" charset="0"/>
            </a:endParaRPr>
          </a:p>
        </p:txBody>
      </p:sp>
      <p:sp>
        <p:nvSpPr>
          <p:cNvPr id="10" name="Заголовок 9"/>
          <p:cNvSpPr>
            <a:spLocks noGrp="1"/>
          </p:cNvSpPr>
          <p:nvPr>
            <p:ph type="title"/>
          </p:nvPr>
        </p:nvSpPr>
        <p:spPr>
          <a:xfrm>
            <a:off x="275610" y="337159"/>
            <a:ext cx="8543925" cy="587454"/>
          </a:xfrm>
          <a:prstGeom prst="rect">
            <a:avLst/>
          </a:prstGeom>
        </p:spPr>
        <p:txBody>
          <a:bodyPr lIns="91426" tIns="45713" rIns="91426" bIns="45713">
            <a:spAutoFit/>
          </a:bodyPr>
          <a:lstStyle/>
          <a:p>
            <a:r>
              <a:rPr lang="ru-RU" dirty="0"/>
              <a:t>Образец заголовка</a:t>
            </a:r>
            <a:endParaRPr lang="ru-RU" dirty="0"/>
          </a:p>
        </p:txBody>
      </p:sp>
      <p:sp>
        <p:nvSpPr>
          <p:cNvPr id="13" name="Номер слайда 5"/>
          <p:cNvSpPr>
            <a:spLocks noGrp="1"/>
          </p:cNvSpPr>
          <p:nvPr>
            <p:ph type="sldNum" sz="quarter" idx="12"/>
          </p:nvPr>
        </p:nvSpPr>
        <p:spPr>
          <a:xfrm>
            <a:off x="7394398" y="6296215"/>
            <a:ext cx="2228850" cy="227356"/>
          </a:xfrm>
          <a:prstGeom prst="rect">
            <a:avLst/>
          </a:prstGeom>
        </p:spPr>
        <p:txBody>
          <a:bodyPr wrap="square" lIns="91426" tIns="45713" rIns="91426" bIns="45713">
            <a:spAutoFit/>
          </a:bodyPr>
          <a:lstStyle>
            <a:lvl1pPr algn="r">
              <a:defRPr lang="ru-RU" sz="975" b="0" i="0" smtClean="0">
                <a:solidFill>
                  <a:schemeClr val="bg1">
                    <a:lumMod val="50000"/>
                  </a:schemeClr>
                </a:solidFill>
                <a:latin typeface="Oswald Light" pitchFamily="2" charset="-52"/>
                <a:ea typeface="VTB Group Cond Book" panose="020B0506050504020204" pitchFamily="34" charset="0"/>
                <a:cs typeface="+mj-cs"/>
              </a:defRPr>
            </a:lvl1pPr>
          </a:lstStyle>
          <a:p>
            <a:pPr defTabSz="742950">
              <a:lnSpc>
                <a:spcPct val="90000"/>
              </a:lnSpc>
              <a:spcBef>
                <a:spcPct val="0"/>
              </a:spcBef>
            </a:pPr>
            <a:fld id="{373AE3C4-C2A6-4DCD-9963-3D7F259FD580}" type="slidenum">
              <a:rPr lang="ru-RU" smtClean="0">
                <a:solidFill>
                  <a:prstClr val="white">
                    <a:lumMod val="50000"/>
                  </a:prstClr>
                </a:solidFill>
              </a:rPr>
            </a:fld>
            <a:endParaRPr lang="ru-RU" dirty="0">
              <a:solidFill>
                <a:prstClr val="white">
                  <a:lumMod val="50000"/>
                </a:prstClr>
              </a:solidFill>
            </a:endParaRPr>
          </a:p>
        </p:txBody>
      </p:sp>
      <p:pic>
        <p:nvPicPr>
          <p:cNvPr id="6" name="Picture 6"/>
          <p:cNvPicPr>
            <a:picLocks noChangeAspect="1"/>
          </p:cNvPicPr>
          <p:nvPr userDrawn="1"/>
        </p:nvPicPr>
        <p:blipFill>
          <a:blip r:embed="rId2"/>
          <a:stretch>
            <a:fillRect/>
          </a:stretch>
        </p:blipFill>
        <p:spPr>
          <a:xfrm>
            <a:off x="2968517" y="953953"/>
            <a:ext cx="7432785" cy="6076437"/>
          </a:xfrm>
          <a:prstGeom prst="rect">
            <a:avLst/>
          </a:prstGeom>
        </p:spPr>
      </p:pic>
      <p:sp>
        <p:nvSpPr>
          <p:cNvPr id="3" name="Рисунок 2"/>
          <p:cNvSpPr>
            <a:spLocks noGrp="1"/>
          </p:cNvSpPr>
          <p:nvPr>
            <p:ph type="pic" sz="quarter" idx="13"/>
          </p:nvPr>
        </p:nvSpPr>
        <p:spPr>
          <a:xfrm>
            <a:off x="4314909" y="1966917"/>
            <a:ext cx="4827240" cy="3550443"/>
          </a:xfrm>
          <a:prstGeom prst="rect">
            <a:avLst/>
          </a:prstGeom>
          <a:pattFill prst="pct10">
            <a:fgClr>
              <a:schemeClr val="accent1"/>
            </a:fgClr>
            <a:bgClr>
              <a:schemeClr val="bg1"/>
            </a:bgClr>
          </a:pattFill>
        </p:spPr>
        <p:txBody>
          <a:bodyPr lIns="91426" tIns="45713" rIns="91426" bIns="45713"/>
          <a:lstStyle/>
          <a:p>
            <a:endParaRPr lang="ru-RU"/>
          </a:p>
        </p:txBody>
      </p:sp>
    </p:spTree>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5_Заголовок и объект">
    <p:spTree>
      <p:nvGrpSpPr>
        <p:cNvPr id="1" name=""/>
        <p:cNvGrpSpPr/>
        <p:nvPr/>
      </p:nvGrpSpPr>
      <p:grpSpPr>
        <a:xfrm>
          <a:off x="0" y="0"/>
          <a:ext cx="0" cy="0"/>
          <a:chOff x="0" y="0"/>
          <a:chExt cx="0" cy="0"/>
        </a:xfrm>
      </p:grpSpPr>
      <p:sp>
        <p:nvSpPr>
          <p:cNvPr id="2" name="Рисунок 2"/>
          <p:cNvSpPr>
            <a:spLocks noGrp="1"/>
          </p:cNvSpPr>
          <p:nvPr>
            <p:ph type="pic" sz="quarter" idx="11"/>
          </p:nvPr>
        </p:nvSpPr>
        <p:spPr>
          <a:xfrm>
            <a:off x="4238569" y="-1577499"/>
            <a:ext cx="8135561" cy="10012998"/>
          </a:xfrm>
          <a:prstGeom prst="ellipse">
            <a:avLst/>
          </a:prstGeom>
          <a:pattFill prst="pct5">
            <a:fgClr>
              <a:schemeClr val="accent1"/>
            </a:fgClr>
            <a:bgClr>
              <a:schemeClr val="bg1"/>
            </a:bgClr>
          </a:pattFill>
        </p:spPr>
        <p:txBody>
          <a:bodyPr lIns="91426" tIns="45713" rIns="91426" bIns="45713"/>
          <a:lstStyle/>
          <a:p>
            <a:endParaRPr lang="ru-RU"/>
          </a:p>
        </p:txBody>
      </p:sp>
      <p:sp>
        <p:nvSpPr>
          <p:cNvPr id="7" name="Заголовок 2"/>
          <p:cNvSpPr txBox="1"/>
          <p:nvPr userDrawn="1"/>
        </p:nvSpPr>
        <p:spPr>
          <a:xfrm>
            <a:off x="282755" y="6301368"/>
            <a:ext cx="3184071" cy="210046"/>
          </a:xfrm>
          <a:prstGeom prst="rect">
            <a:avLst/>
          </a:prstGeom>
        </p:spPr>
        <p:txBody>
          <a:bodyPr wrap="square" lIns="74284" tIns="37142" rIns="74284" bIns="37142">
            <a:spAutoFit/>
          </a:bodyPr>
          <a:lstStyle>
            <a:lvl1pPr algn="ctr" defTabSz="914400" rtl="0" eaLnBrk="1" latinLnBrk="0" hangingPunct="1">
              <a:lnSpc>
                <a:spcPct val="90000"/>
              </a:lnSpc>
              <a:spcBef>
                <a:spcPct val="0"/>
              </a:spcBef>
              <a:buNone/>
              <a:defRPr sz="4400" b="1" i="0" kern="1200">
                <a:solidFill>
                  <a:schemeClr val="tx1"/>
                </a:solidFill>
                <a:latin typeface="VTB Group Cond" panose="020B0506050504020204" pitchFamily="34" charset="0"/>
                <a:ea typeface="VTB Group Cond" panose="020B0506050504020204" pitchFamily="34" charset="0"/>
                <a:cs typeface="+mj-cs"/>
              </a:defRPr>
            </a:lvl1pPr>
          </a:lstStyle>
          <a:p>
            <a:pPr algn="l"/>
            <a:r>
              <a:rPr lang="en-US" sz="975" b="0" dirty="0">
                <a:solidFill>
                  <a:prstClr val="white">
                    <a:lumMod val="50000"/>
                  </a:prstClr>
                </a:solidFill>
                <a:latin typeface="Oswald Light" pitchFamily="2" charset="-52"/>
                <a:ea typeface="VTB Group Cond Book" panose="020B0506050504020204" pitchFamily="34" charset="0"/>
              </a:rPr>
              <a:t>Digital IT pitch-deck PowerPoint bundle</a:t>
            </a:r>
            <a:endParaRPr lang="ru-RU" sz="975" b="0" dirty="0">
              <a:solidFill>
                <a:prstClr val="white">
                  <a:lumMod val="50000"/>
                </a:prstClr>
              </a:solidFill>
              <a:latin typeface="Oswald Light" pitchFamily="2" charset="-52"/>
              <a:ea typeface="VTB Group Cond Book" panose="020B0506050504020204" pitchFamily="34" charset="0"/>
            </a:endParaRPr>
          </a:p>
        </p:txBody>
      </p:sp>
      <p:sp>
        <p:nvSpPr>
          <p:cNvPr id="10" name="Заголовок 9"/>
          <p:cNvSpPr>
            <a:spLocks noGrp="1"/>
          </p:cNvSpPr>
          <p:nvPr>
            <p:ph type="title"/>
          </p:nvPr>
        </p:nvSpPr>
        <p:spPr>
          <a:xfrm>
            <a:off x="275611" y="337156"/>
            <a:ext cx="3311047" cy="1082590"/>
          </a:xfrm>
          <a:prstGeom prst="rect">
            <a:avLst/>
          </a:prstGeom>
        </p:spPr>
        <p:txBody>
          <a:bodyPr wrap="square" lIns="91426" tIns="45713" rIns="91426" bIns="45713">
            <a:spAutoFit/>
          </a:bodyPr>
          <a:lstStyle/>
          <a:p>
            <a:r>
              <a:rPr lang="ru-RU" dirty="0"/>
              <a:t>Образец заголовка</a:t>
            </a:r>
            <a:endParaRPr lang="ru-RU" dirty="0"/>
          </a:p>
        </p:txBody>
      </p:sp>
      <p:sp>
        <p:nvSpPr>
          <p:cNvPr id="13" name="Номер слайда 5"/>
          <p:cNvSpPr>
            <a:spLocks noGrp="1"/>
          </p:cNvSpPr>
          <p:nvPr>
            <p:ph type="sldNum" sz="quarter" idx="12"/>
          </p:nvPr>
        </p:nvSpPr>
        <p:spPr>
          <a:xfrm>
            <a:off x="7394398" y="6296215"/>
            <a:ext cx="2228850" cy="227356"/>
          </a:xfrm>
          <a:prstGeom prst="rect">
            <a:avLst/>
          </a:prstGeom>
        </p:spPr>
        <p:txBody>
          <a:bodyPr wrap="square" lIns="91426" tIns="45713" rIns="91426" bIns="45713">
            <a:spAutoFit/>
          </a:bodyPr>
          <a:lstStyle>
            <a:lvl1pPr algn="r">
              <a:defRPr lang="ru-RU" sz="975" b="0" i="0" smtClean="0">
                <a:solidFill>
                  <a:schemeClr val="bg1">
                    <a:lumMod val="50000"/>
                  </a:schemeClr>
                </a:solidFill>
                <a:latin typeface="Oswald Light" pitchFamily="2" charset="-52"/>
                <a:ea typeface="VTB Group Cond Book" panose="020B0506050504020204" pitchFamily="34" charset="0"/>
                <a:cs typeface="+mj-cs"/>
              </a:defRPr>
            </a:lvl1pPr>
          </a:lstStyle>
          <a:p>
            <a:pPr defTabSz="742950">
              <a:lnSpc>
                <a:spcPct val="90000"/>
              </a:lnSpc>
              <a:spcBef>
                <a:spcPct val="0"/>
              </a:spcBef>
            </a:pPr>
            <a:fld id="{373AE3C4-C2A6-4DCD-9963-3D7F259FD580}" type="slidenum">
              <a:rPr lang="ru-RU" smtClean="0">
                <a:solidFill>
                  <a:prstClr val="white">
                    <a:lumMod val="50000"/>
                  </a:prstClr>
                </a:solidFill>
              </a:rPr>
            </a:fld>
            <a:endParaRPr lang="ru-RU" dirty="0">
              <a:solidFill>
                <a:prstClr val="white">
                  <a:lumMod val="50000"/>
                </a:prstClr>
              </a:solidFill>
            </a:endParaRPr>
          </a:p>
        </p:txBody>
      </p:sp>
    </p:spTree>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Заголовок и объект">
    <p:spTree>
      <p:nvGrpSpPr>
        <p:cNvPr id="1" name=""/>
        <p:cNvGrpSpPr/>
        <p:nvPr/>
      </p:nvGrpSpPr>
      <p:grpSpPr>
        <a:xfrm>
          <a:off x="0" y="0"/>
          <a:ext cx="0" cy="0"/>
          <a:chOff x="0" y="0"/>
          <a:chExt cx="0" cy="0"/>
        </a:xfrm>
      </p:grpSpPr>
      <p:sp>
        <p:nvSpPr>
          <p:cNvPr id="8" name="Рисунок 2"/>
          <p:cNvSpPr>
            <a:spLocks noGrp="1"/>
          </p:cNvSpPr>
          <p:nvPr>
            <p:ph type="pic" sz="quarter" idx="13"/>
          </p:nvPr>
        </p:nvSpPr>
        <p:spPr>
          <a:xfrm>
            <a:off x="-4239" y="-522"/>
            <a:ext cx="9906000" cy="3606790"/>
          </a:xfrm>
          <a:prstGeom prst="rect">
            <a:avLst/>
          </a:prstGeom>
          <a:pattFill prst="pct5">
            <a:fgClr>
              <a:schemeClr val="accent1"/>
            </a:fgClr>
            <a:bgClr>
              <a:schemeClr val="bg1"/>
            </a:bgClr>
          </a:pattFill>
        </p:spPr>
        <p:txBody>
          <a:bodyPr lIns="91426" tIns="45713" rIns="91426" bIns="45713"/>
          <a:lstStyle/>
          <a:p>
            <a:endParaRPr lang="ru-RU"/>
          </a:p>
        </p:txBody>
      </p:sp>
      <p:sp>
        <p:nvSpPr>
          <p:cNvPr id="7" name="Заголовок 2"/>
          <p:cNvSpPr txBox="1"/>
          <p:nvPr userDrawn="1"/>
        </p:nvSpPr>
        <p:spPr>
          <a:xfrm>
            <a:off x="282755" y="6301368"/>
            <a:ext cx="3184071" cy="210046"/>
          </a:xfrm>
          <a:prstGeom prst="rect">
            <a:avLst/>
          </a:prstGeom>
        </p:spPr>
        <p:txBody>
          <a:bodyPr wrap="square" lIns="74284" tIns="37142" rIns="74284" bIns="37142">
            <a:spAutoFit/>
          </a:bodyPr>
          <a:lstStyle>
            <a:lvl1pPr algn="ctr" defTabSz="914400" rtl="0" eaLnBrk="1" latinLnBrk="0" hangingPunct="1">
              <a:lnSpc>
                <a:spcPct val="90000"/>
              </a:lnSpc>
              <a:spcBef>
                <a:spcPct val="0"/>
              </a:spcBef>
              <a:buNone/>
              <a:defRPr sz="4400" b="1" i="0" kern="1200">
                <a:solidFill>
                  <a:schemeClr val="tx1"/>
                </a:solidFill>
                <a:latin typeface="VTB Group Cond" panose="020B0506050504020204" pitchFamily="34" charset="0"/>
                <a:ea typeface="VTB Group Cond" panose="020B0506050504020204" pitchFamily="34" charset="0"/>
                <a:cs typeface="+mj-cs"/>
              </a:defRPr>
            </a:lvl1pPr>
          </a:lstStyle>
          <a:p>
            <a:pPr algn="l"/>
            <a:r>
              <a:rPr lang="en-US" sz="975" b="0" dirty="0">
                <a:solidFill>
                  <a:prstClr val="white">
                    <a:lumMod val="50000"/>
                  </a:prstClr>
                </a:solidFill>
                <a:latin typeface="Oswald Light" pitchFamily="2" charset="-52"/>
                <a:ea typeface="VTB Group Cond Book" panose="020B0506050504020204" pitchFamily="34" charset="0"/>
              </a:rPr>
              <a:t>Digital IT pitch-deck PowerPoint bundle</a:t>
            </a:r>
            <a:endParaRPr lang="ru-RU" sz="975" b="0" dirty="0">
              <a:solidFill>
                <a:prstClr val="white">
                  <a:lumMod val="50000"/>
                </a:prstClr>
              </a:solidFill>
              <a:latin typeface="Oswald Light" pitchFamily="2" charset="-52"/>
              <a:ea typeface="VTB Group Cond Book" panose="020B0506050504020204" pitchFamily="34" charset="0"/>
            </a:endParaRPr>
          </a:p>
        </p:txBody>
      </p:sp>
      <p:sp>
        <p:nvSpPr>
          <p:cNvPr id="13" name="Номер слайда 5"/>
          <p:cNvSpPr>
            <a:spLocks noGrp="1"/>
          </p:cNvSpPr>
          <p:nvPr>
            <p:ph type="sldNum" sz="quarter" idx="12"/>
          </p:nvPr>
        </p:nvSpPr>
        <p:spPr>
          <a:xfrm>
            <a:off x="7394398" y="6296215"/>
            <a:ext cx="2228850" cy="227356"/>
          </a:xfrm>
          <a:prstGeom prst="rect">
            <a:avLst/>
          </a:prstGeom>
        </p:spPr>
        <p:txBody>
          <a:bodyPr wrap="square" lIns="91426" tIns="45713" rIns="91426" bIns="45713">
            <a:spAutoFit/>
          </a:bodyPr>
          <a:lstStyle>
            <a:lvl1pPr algn="r">
              <a:defRPr lang="ru-RU" sz="975" b="0" i="0" smtClean="0">
                <a:solidFill>
                  <a:schemeClr val="bg1">
                    <a:lumMod val="50000"/>
                  </a:schemeClr>
                </a:solidFill>
                <a:latin typeface="Oswald Light" pitchFamily="2" charset="-52"/>
                <a:ea typeface="VTB Group Cond Book" panose="020B0506050504020204" pitchFamily="34" charset="0"/>
                <a:cs typeface="+mj-cs"/>
              </a:defRPr>
            </a:lvl1pPr>
          </a:lstStyle>
          <a:p>
            <a:pPr defTabSz="742950">
              <a:lnSpc>
                <a:spcPct val="90000"/>
              </a:lnSpc>
              <a:spcBef>
                <a:spcPct val="0"/>
              </a:spcBef>
            </a:pPr>
            <a:fld id="{373AE3C4-C2A6-4DCD-9963-3D7F259FD580}" type="slidenum">
              <a:rPr lang="ru-RU" smtClean="0">
                <a:solidFill>
                  <a:prstClr val="white">
                    <a:lumMod val="50000"/>
                  </a:prstClr>
                </a:solidFill>
              </a:rPr>
            </a:fld>
            <a:endParaRPr lang="ru-RU" dirty="0">
              <a:solidFill>
                <a:prstClr val="white">
                  <a:lumMod val="50000"/>
                </a:prstClr>
              </a:solidFill>
            </a:endParaRPr>
          </a:p>
        </p:txBody>
      </p:sp>
      <p:sp>
        <p:nvSpPr>
          <p:cNvPr id="10" name="Заголовок 9"/>
          <p:cNvSpPr>
            <a:spLocks noGrp="1"/>
          </p:cNvSpPr>
          <p:nvPr>
            <p:ph type="title"/>
          </p:nvPr>
        </p:nvSpPr>
        <p:spPr>
          <a:xfrm>
            <a:off x="681038" y="1355146"/>
            <a:ext cx="8543925" cy="587454"/>
          </a:xfrm>
          <a:prstGeom prst="rect">
            <a:avLst/>
          </a:prstGeom>
        </p:spPr>
        <p:txBody>
          <a:bodyPr lIns="91426" tIns="45713" rIns="91426" bIns="45713">
            <a:spAutoFit/>
          </a:bodyPr>
          <a:lstStyle>
            <a:lvl1pPr algn="ctr">
              <a:defRPr>
                <a:solidFill>
                  <a:schemeClr val="bg1"/>
                </a:solidFill>
              </a:defRPr>
            </a:lvl1pPr>
          </a:lstStyle>
          <a:p>
            <a:r>
              <a:rPr lang="ru-RU" dirty="0"/>
              <a:t>Образец заголовка</a:t>
            </a:r>
            <a:endParaRPr lang="ru-RU" dirty="0"/>
          </a:p>
        </p:txBody>
      </p:sp>
    </p:spTree>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Заголовок и объект">
    <p:spTree>
      <p:nvGrpSpPr>
        <p:cNvPr id="1" name=""/>
        <p:cNvGrpSpPr/>
        <p:nvPr/>
      </p:nvGrpSpPr>
      <p:grpSpPr>
        <a:xfrm>
          <a:off x="0" y="0"/>
          <a:ext cx="0" cy="0"/>
          <a:chOff x="0" y="0"/>
          <a:chExt cx="0" cy="0"/>
        </a:xfrm>
      </p:grpSpPr>
      <p:sp>
        <p:nvSpPr>
          <p:cNvPr id="7" name="Заголовок 2"/>
          <p:cNvSpPr txBox="1"/>
          <p:nvPr userDrawn="1"/>
        </p:nvSpPr>
        <p:spPr>
          <a:xfrm>
            <a:off x="282755" y="6301368"/>
            <a:ext cx="3184071" cy="210046"/>
          </a:xfrm>
          <a:prstGeom prst="rect">
            <a:avLst/>
          </a:prstGeom>
        </p:spPr>
        <p:txBody>
          <a:bodyPr wrap="square" lIns="74284" tIns="37142" rIns="74284" bIns="37142">
            <a:spAutoFit/>
          </a:bodyPr>
          <a:lstStyle>
            <a:lvl1pPr algn="ctr" defTabSz="914400" rtl="0" eaLnBrk="1" latinLnBrk="0" hangingPunct="1">
              <a:lnSpc>
                <a:spcPct val="90000"/>
              </a:lnSpc>
              <a:spcBef>
                <a:spcPct val="0"/>
              </a:spcBef>
              <a:buNone/>
              <a:defRPr sz="4400" b="1" i="0" kern="1200">
                <a:solidFill>
                  <a:schemeClr val="tx1"/>
                </a:solidFill>
                <a:latin typeface="VTB Group Cond" panose="020B0506050504020204" pitchFamily="34" charset="0"/>
                <a:ea typeface="VTB Group Cond" panose="020B0506050504020204" pitchFamily="34" charset="0"/>
                <a:cs typeface="+mj-cs"/>
              </a:defRPr>
            </a:lvl1pPr>
          </a:lstStyle>
          <a:p>
            <a:pPr algn="l"/>
            <a:r>
              <a:rPr lang="en-US" sz="975" b="0" dirty="0">
                <a:solidFill>
                  <a:prstClr val="white">
                    <a:lumMod val="50000"/>
                  </a:prstClr>
                </a:solidFill>
                <a:latin typeface="Oswald Light" pitchFamily="2" charset="-52"/>
                <a:ea typeface="VTB Group Cond Book" panose="020B0506050504020204" pitchFamily="34" charset="0"/>
              </a:rPr>
              <a:t>Digital IT pitch-deck PowerPoint bundle</a:t>
            </a:r>
            <a:endParaRPr lang="ru-RU" sz="975" b="0" dirty="0">
              <a:solidFill>
                <a:prstClr val="white">
                  <a:lumMod val="50000"/>
                </a:prstClr>
              </a:solidFill>
              <a:latin typeface="Oswald Light" pitchFamily="2" charset="-52"/>
              <a:ea typeface="VTB Group Cond Book" panose="020B0506050504020204" pitchFamily="34" charset="0"/>
            </a:endParaRPr>
          </a:p>
        </p:txBody>
      </p:sp>
      <p:pic>
        <p:nvPicPr>
          <p:cNvPr id="8" name="Picture 2"/>
          <p:cNvPicPr>
            <a:picLocks noChangeAspect="1" noChangeArrowheads="1"/>
          </p:cNvPicPr>
          <p:nvPr userDrawn="1"/>
        </p:nvPicPr>
        <p:blipFill>
          <a:blip r:embed="rId2" cstate="screen"/>
          <a:srcRect/>
          <a:stretch>
            <a:fillRect/>
          </a:stretch>
        </p:blipFill>
        <p:spPr bwMode="auto">
          <a:xfrm>
            <a:off x="8051592" y="79884"/>
            <a:ext cx="1489449" cy="962413"/>
          </a:xfrm>
          <a:prstGeom prst="rect">
            <a:avLst/>
          </a:prstGeom>
          <a:noFill/>
          <a:extLst>
            <a:ext uri="{909E8E84-426E-40DD-AFC4-6F175D3DCCD1}">
              <a14:hiddenFill xmlns:a14="http://schemas.microsoft.com/office/drawing/2010/main">
                <a:solidFill>
                  <a:srgbClr val="FFFFFF"/>
                </a:solidFill>
              </a14:hiddenFill>
            </a:ext>
          </a:extLst>
        </p:spPr>
      </p:pic>
      <p:sp>
        <p:nvSpPr>
          <p:cNvPr id="10" name="Заголовок 9"/>
          <p:cNvSpPr>
            <a:spLocks noGrp="1"/>
          </p:cNvSpPr>
          <p:nvPr>
            <p:ph type="title"/>
          </p:nvPr>
        </p:nvSpPr>
        <p:spPr>
          <a:xfrm>
            <a:off x="275610" y="340566"/>
            <a:ext cx="8543925" cy="587454"/>
          </a:xfrm>
          <a:prstGeom prst="rect">
            <a:avLst/>
          </a:prstGeom>
        </p:spPr>
        <p:txBody>
          <a:bodyPr lIns="91426" tIns="45713" rIns="91426" bIns="45713">
            <a:spAutoFit/>
          </a:bodyPr>
          <a:lstStyle/>
          <a:p>
            <a:r>
              <a:rPr lang="ru-RU" dirty="0"/>
              <a:t>Образец заголовка</a:t>
            </a:r>
            <a:endParaRPr lang="ru-RU" dirty="0"/>
          </a:p>
        </p:txBody>
      </p:sp>
      <p:sp>
        <p:nvSpPr>
          <p:cNvPr id="13" name="Номер слайда 5"/>
          <p:cNvSpPr>
            <a:spLocks noGrp="1"/>
          </p:cNvSpPr>
          <p:nvPr>
            <p:ph type="sldNum" sz="quarter" idx="12"/>
          </p:nvPr>
        </p:nvSpPr>
        <p:spPr>
          <a:xfrm>
            <a:off x="7394398" y="6296215"/>
            <a:ext cx="2228850" cy="227356"/>
          </a:xfrm>
          <a:prstGeom prst="rect">
            <a:avLst/>
          </a:prstGeom>
        </p:spPr>
        <p:txBody>
          <a:bodyPr wrap="square" lIns="91426" tIns="45713" rIns="91426" bIns="45713">
            <a:spAutoFit/>
          </a:bodyPr>
          <a:lstStyle>
            <a:lvl1pPr algn="r">
              <a:defRPr lang="ru-RU" sz="975" b="0" i="0" smtClean="0">
                <a:solidFill>
                  <a:schemeClr val="bg1">
                    <a:lumMod val="50000"/>
                  </a:schemeClr>
                </a:solidFill>
                <a:latin typeface="Oswald Light" pitchFamily="2" charset="-52"/>
                <a:ea typeface="VTB Group Cond Book" panose="020B0506050504020204" pitchFamily="34" charset="0"/>
                <a:cs typeface="+mj-cs"/>
              </a:defRPr>
            </a:lvl1pPr>
          </a:lstStyle>
          <a:p>
            <a:pPr defTabSz="742950">
              <a:lnSpc>
                <a:spcPct val="90000"/>
              </a:lnSpc>
              <a:spcBef>
                <a:spcPct val="0"/>
              </a:spcBef>
            </a:pPr>
            <a:fld id="{373AE3C4-C2A6-4DCD-9963-3D7F259FD580}" type="slidenum">
              <a:rPr lang="ru-RU" smtClean="0">
                <a:solidFill>
                  <a:prstClr val="white">
                    <a:lumMod val="50000"/>
                  </a:prstClr>
                </a:solidFill>
              </a:rPr>
            </a:fld>
            <a:endParaRPr lang="ru-RU" dirty="0">
              <a:solidFill>
                <a:prstClr val="white">
                  <a:lumMod val="50000"/>
                </a:prstClr>
              </a:solidFill>
            </a:endParaRPr>
          </a:p>
        </p:txBody>
      </p:sp>
      <p:sp>
        <p:nvSpPr>
          <p:cNvPr id="15" name="Рисунок 2"/>
          <p:cNvSpPr>
            <a:spLocks noGrp="1"/>
          </p:cNvSpPr>
          <p:nvPr>
            <p:ph type="pic" sz="quarter" idx="13"/>
          </p:nvPr>
        </p:nvSpPr>
        <p:spPr>
          <a:xfrm>
            <a:off x="1073625" y="1724743"/>
            <a:ext cx="1939275" cy="2386800"/>
          </a:xfrm>
          <a:prstGeom prst="ellipse">
            <a:avLst/>
          </a:prstGeom>
          <a:pattFill prst="pct5">
            <a:fgClr>
              <a:schemeClr val="accent1"/>
            </a:fgClr>
            <a:bgClr>
              <a:schemeClr val="bg1"/>
            </a:bgClr>
          </a:pattFill>
          <a:ln>
            <a:noFill/>
          </a:ln>
        </p:spPr>
        <p:txBody>
          <a:bodyPr lIns="91426" tIns="45713" rIns="91426" bIns="45713"/>
          <a:lstStyle/>
          <a:p>
            <a:endParaRPr lang="ru-RU"/>
          </a:p>
        </p:txBody>
      </p:sp>
      <p:sp>
        <p:nvSpPr>
          <p:cNvPr id="16" name="Рисунок 2"/>
          <p:cNvSpPr>
            <a:spLocks noGrp="1"/>
          </p:cNvSpPr>
          <p:nvPr>
            <p:ph type="pic" sz="quarter" idx="14"/>
          </p:nvPr>
        </p:nvSpPr>
        <p:spPr>
          <a:xfrm>
            <a:off x="3954328" y="1724743"/>
            <a:ext cx="1939275" cy="2386800"/>
          </a:xfrm>
          <a:prstGeom prst="ellipse">
            <a:avLst/>
          </a:prstGeom>
          <a:pattFill prst="pct5">
            <a:fgClr>
              <a:schemeClr val="accent1"/>
            </a:fgClr>
            <a:bgClr>
              <a:schemeClr val="bg1"/>
            </a:bgClr>
          </a:pattFill>
          <a:ln>
            <a:noFill/>
          </a:ln>
        </p:spPr>
        <p:txBody>
          <a:bodyPr lIns="91426" tIns="45713" rIns="91426" bIns="45713"/>
          <a:lstStyle/>
          <a:p>
            <a:endParaRPr lang="ru-RU"/>
          </a:p>
        </p:txBody>
      </p:sp>
      <p:sp>
        <p:nvSpPr>
          <p:cNvPr id="17" name="Рисунок 2"/>
          <p:cNvSpPr>
            <a:spLocks noGrp="1"/>
          </p:cNvSpPr>
          <p:nvPr>
            <p:ph type="pic" sz="quarter" idx="15"/>
          </p:nvPr>
        </p:nvSpPr>
        <p:spPr>
          <a:xfrm>
            <a:off x="6835030" y="1724743"/>
            <a:ext cx="1939275" cy="2386800"/>
          </a:xfrm>
          <a:prstGeom prst="ellipse">
            <a:avLst/>
          </a:prstGeom>
          <a:pattFill prst="pct5">
            <a:fgClr>
              <a:schemeClr val="accent1"/>
            </a:fgClr>
            <a:bgClr>
              <a:schemeClr val="bg1"/>
            </a:bgClr>
          </a:pattFill>
          <a:ln>
            <a:noFill/>
          </a:ln>
        </p:spPr>
        <p:txBody>
          <a:bodyPr lIns="91426" tIns="45713" rIns="91426" bIns="45713"/>
          <a:lstStyle/>
          <a:p>
            <a:endParaRPr lang="ru-RU"/>
          </a:p>
        </p:txBody>
      </p:sp>
    </p:spTree>
  </p:cSld>
  <p:clrMapOvr>
    <a:masterClrMapping/>
  </p:clrMapOvr>
  <p:transition spd="slow">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Заголовок и объект">
    <p:bg>
      <p:bgPr>
        <a:gradFill>
          <a:gsLst>
            <a:gs pos="100000">
              <a:schemeClr val="accent3">
                <a:lumMod val="60000"/>
                <a:lumOff val="40000"/>
              </a:schemeClr>
            </a:gs>
            <a:gs pos="0">
              <a:schemeClr val="accent3"/>
            </a:gs>
          </a:gsLst>
          <a:lin ang="13500000" scaled="0"/>
        </a:gradFill>
        <a:effectLst/>
      </p:bgPr>
    </p:bg>
    <p:spTree>
      <p:nvGrpSpPr>
        <p:cNvPr id="1" name=""/>
        <p:cNvGrpSpPr/>
        <p:nvPr/>
      </p:nvGrpSpPr>
      <p:grpSpPr>
        <a:xfrm>
          <a:off x="0" y="0"/>
          <a:ext cx="0" cy="0"/>
          <a:chOff x="0" y="0"/>
          <a:chExt cx="0" cy="0"/>
        </a:xfrm>
      </p:grpSpPr>
      <p:sp>
        <p:nvSpPr>
          <p:cNvPr id="85" name="Рисунок 82"/>
          <p:cNvSpPr>
            <a:spLocks noGrp="1"/>
          </p:cNvSpPr>
          <p:nvPr>
            <p:ph type="pic" sz="quarter" idx="12"/>
          </p:nvPr>
        </p:nvSpPr>
        <p:spPr>
          <a:xfrm>
            <a:off x="6489205" y="4576767"/>
            <a:ext cx="2527354" cy="2333625"/>
          </a:xfrm>
          <a:prstGeom prst="roundRect">
            <a:avLst>
              <a:gd name="adj" fmla="val 1565"/>
            </a:avLst>
          </a:prstGeom>
          <a:pattFill prst="pct5">
            <a:fgClr>
              <a:schemeClr val="accent1"/>
            </a:fgClr>
            <a:bgClr>
              <a:schemeClr val="bg1"/>
            </a:bgClr>
          </a:pattFill>
        </p:spPr>
        <p:txBody>
          <a:bodyPr lIns="91426" tIns="45713" rIns="91426" bIns="45713" anchor="ctr"/>
          <a:lstStyle>
            <a:lvl1pPr marL="0" indent="0" algn="ctr">
              <a:buNone/>
              <a:defRPr/>
            </a:lvl1pPr>
          </a:lstStyle>
          <a:p>
            <a:endParaRPr lang="ru-RU" dirty="0"/>
          </a:p>
        </p:txBody>
      </p:sp>
      <p:sp>
        <p:nvSpPr>
          <p:cNvPr id="10" name="Заголовок 9"/>
          <p:cNvSpPr>
            <a:spLocks noGrp="1"/>
          </p:cNvSpPr>
          <p:nvPr>
            <p:ph type="title"/>
          </p:nvPr>
        </p:nvSpPr>
        <p:spPr>
          <a:xfrm>
            <a:off x="275608" y="340566"/>
            <a:ext cx="9270526" cy="587454"/>
          </a:xfrm>
          <a:prstGeom prst="rect">
            <a:avLst/>
          </a:prstGeom>
        </p:spPr>
        <p:txBody>
          <a:bodyPr wrap="square" lIns="91426" tIns="45713" rIns="91426" bIns="45713">
            <a:spAutoFit/>
          </a:bodyPr>
          <a:lstStyle>
            <a:lvl1pPr algn="ctr">
              <a:defRPr>
                <a:solidFill>
                  <a:schemeClr val="bg1"/>
                </a:solidFill>
              </a:defRPr>
            </a:lvl1pPr>
          </a:lstStyle>
          <a:p>
            <a:r>
              <a:rPr lang="ru-RU" dirty="0"/>
              <a:t>Образец заголовка</a:t>
            </a:r>
            <a:endParaRPr lang="ru-RU" dirty="0"/>
          </a:p>
        </p:txBody>
      </p:sp>
      <p:sp>
        <p:nvSpPr>
          <p:cNvPr id="2" name="AutoShape 4"/>
          <p:cNvSpPr>
            <a:spLocks noChangeAspect="1" noChangeArrowheads="1"/>
          </p:cNvSpPr>
          <p:nvPr userDrawn="1"/>
        </p:nvSpPr>
        <p:spPr bwMode="auto">
          <a:xfrm>
            <a:off x="4829175" y="3384687"/>
            <a:ext cx="24765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4284" tIns="37142" rIns="74284" bIns="37142" numCol="1" anchor="t" anchorCtr="0" compatLnSpc="1"/>
          <a:lstStyle/>
          <a:p>
            <a:pPr defTabSz="742950"/>
            <a:endParaRPr lang="ru-RU" sz="1465">
              <a:solidFill>
                <a:prstClr val="black"/>
              </a:solidFill>
            </a:endParaRPr>
          </a:p>
        </p:txBody>
      </p:sp>
      <p:sp>
        <p:nvSpPr>
          <p:cNvPr id="81" name="Рисунок 73"/>
          <p:cNvSpPr>
            <a:spLocks noGrp="1"/>
          </p:cNvSpPr>
          <p:nvPr>
            <p:ph type="pic" sz="quarter" idx="10"/>
          </p:nvPr>
        </p:nvSpPr>
        <p:spPr>
          <a:xfrm>
            <a:off x="3138192" y="3607594"/>
            <a:ext cx="3703141" cy="2845594"/>
          </a:xfrm>
          <a:prstGeom prst="rect">
            <a:avLst/>
          </a:prstGeom>
          <a:pattFill prst="pct5">
            <a:fgClr>
              <a:schemeClr val="accent1"/>
            </a:fgClr>
            <a:bgClr>
              <a:schemeClr val="bg1"/>
            </a:bgClr>
          </a:pattFill>
        </p:spPr>
        <p:txBody>
          <a:bodyPr lIns="91426" tIns="45713" rIns="91426" bIns="45713"/>
          <a:lstStyle/>
          <a:p>
            <a:endParaRPr lang="ru-RU"/>
          </a:p>
        </p:txBody>
      </p:sp>
      <p:sp>
        <p:nvSpPr>
          <p:cNvPr id="83" name="Рисунок 82"/>
          <p:cNvSpPr>
            <a:spLocks noGrp="1"/>
          </p:cNvSpPr>
          <p:nvPr>
            <p:ph type="pic" sz="quarter" idx="11"/>
          </p:nvPr>
        </p:nvSpPr>
        <p:spPr>
          <a:xfrm>
            <a:off x="957810" y="4341207"/>
            <a:ext cx="1886296" cy="3102585"/>
          </a:xfrm>
          <a:prstGeom prst="roundRect">
            <a:avLst>
              <a:gd name="adj" fmla="val 1565"/>
            </a:avLst>
          </a:prstGeom>
          <a:pattFill prst="pct5">
            <a:fgClr>
              <a:schemeClr val="accent1"/>
            </a:fgClr>
            <a:bgClr>
              <a:schemeClr val="bg1"/>
            </a:bgClr>
          </a:pattFill>
        </p:spPr>
        <p:txBody>
          <a:bodyPr lIns="91426" tIns="45713" rIns="91426" bIns="45713" anchor="ctr"/>
          <a:lstStyle>
            <a:lvl1pPr marL="0" indent="0" algn="ctr">
              <a:buNone/>
              <a:defRPr/>
            </a:lvl1pPr>
          </a:lstStyle>
          <a:p>
            <a:endParaRPr lang="ru-RU" dirty="0"/>
          </a:p>
        </p:txBody>
      </p:sp>
    </p:spTree>
  </p:cSld>
  <p:clrMapOvr>
    <a:masterClrMapping/>
  </p:clrMapOvr>
  <p:transition spd="slow">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Заголовок и объект">
    <p:bg>
      <p:bgPr>
        <a:gradFill>
          <a:gsLst>
            <a:gs pos="100000">
              <a:schemeClr val="accent3">
                <a:lumMod val="60000"/>
                <a:lumOff val="40000"/>
              </a:schemeClr>
            </a:gs>
            <a:gs pos="0">
              <a:schemeClr val="accent3"/>
            </a:gs>
          </a:gsLst>
          <a:lin ang="13500000" scaled="0"/>
        </a:gradFill>
        <a:effectLst/>
      </p:bgPr>
    </p:bg>
    <p:spTree>
      <p:nvGrpSpPr>
        <p:cNvPr id="1" name=""/>
        <p:cNvGrpSpPr/>
        <p:nvPr/>
      </p:nvGrpSpPr>
      <p:grpSpPr>
        <a:xfrm>
          <a:off x="0" y="0"/>
          <a:ext cx="0" cy="0"/>
          <a:chOff x="0" y="0"/>
          <a:chExt cx="0" cy="0"/>
        </a:xfrm>
      </p:grpSpPr>
      <p:sp>
        <p:nvSpPr>
          <p:cNvPr id="10" name="Заголовок 9"/>
          <p:cNvSpPr>
            <a:spLocks noGrp="1"/>
          </p:cNvSpPr>
          <p:nvPr>
            <p:ph type="title"/>
          </p:nvPr>
        </p:nvSpPr>
        <p:spPr>
          <a:xfrm>
            <a:off x="275608" y="340566"/>
            <a:ext cx="9270526" cy="587454"/>
          </a:xfrm>
          <a:prstGeom prst="rect">
            <a:avLst/>
          </a:prstGeom>
        </p:spPr>
        <p:txBody>
          <a:bodyPr wrap="square" lIns="91426" tIns="45713" rIns="91426" bIns="45713">
            <a:spAutoFit/>
          </a:bodyPr>
          <a:lstStyle>
            <a:lvl1pPr algn="ctr">
              <a:defRPr>
                <a:solidFill>
                  <a:schemeClr val="bg1"/>
                </a:solidFill>
              </a:defRPr>
            </a:lvl1pPr>
          </a:lstStyle>
          <a:p>
            <a:r>
              <a:rPr lang="ru-RU" dirty="0"/>
              <a:t>Образец заголовка</a:t>
            </a:r>
            <a:endParaRPr lang="ru-RU" dirty="0"/>
          </a:p>
        </p:txBody>
      </p:sp>
      <p:sp>
        <p:nvSpPr>
          <p:cNvPr id="2" name="AutoShape 4"/>
          <p:cNvSpPr>
            <a:spLocks noChangeAspect="1" noChangeArrowheads="1"/>
          </p:cNvSpPr>
          <p:nvPr userDrawn="1"/>
        </p:nvSpPr>
        <p:spPr bwMode="auto">
          <a:xfrm>
            <a:off x="4829175" y="3384687"/>
            <a:ext cx="24765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4284" tIns="37142" rIns="74284" bIns="37142" numCol="1" anchor="t" anchorCtr="0" compatLnSpc="1"/>
          <a:lstStyle/>
          <a:p>
            <a:pPr defTabSz="742950"/>
            <a:endParaRPr lang="ru-RU" sz="1465">
              <a:solidFill>
                <a:prstClr val="black"/>
              </a:solidFill>
            </a:endParaRPr>
          </a:p>
        </p:txBody>
      </p:sp>
      <p:sp>
        <p:nvSpPr>
          <p:cNvPr id="3" name="Рисунок 2"/>
          <p:cNvSpPr>
            <a:spLocks noGrp="1"/>
          </p:cNvSpPr>
          <p:nvPr>
            <p:ph type="pic" sz="quarter" idx="11"/>
          </p:nvPr>
        </p:nvSpPr>
        <p:spPr>
          <a:xfrm>
            <a:off x="885220" y="3537087"/>
            <a:ext cx="8135561" cy="10012998"/>
          </a:xfrm>
          <a:prstGeom prst="ellipse">
            <a:avLst/>
          </a:prstGeom>
          <a:pattFill prst="pct5">
            <a:fgClr>
              <a:schemeClr val="accent1"/>
            </a:fgClr>
            <a:bgClr>
              <a:schemeClr val="bg1"/>
            </a:bgClr>
          </a:pattFill>
        </p:spPr>
        <p:txBody>
          <a:bodyPr lIns="91426" tIns="45713" rIns="91426" bIns="45713"/>
          <a:lstStyle/>
          <a:p>
            <a:endParaRPr lang="ru-RU"/>
          </a:p>
        </p:txBody>
      </p:sp>
    </p:spTree>
  </p:cSld>
  <p:clrMapOvr>
    <a:masterClrMapping/>
  </p:clrMapOvr>
  <p:transition spd="slow">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Заголовок и объект">
    <p:bg>
      <p:bgPr>
        <a:gradFill>
          <a:gsLst>
            <a:gs pos="100000">
              <a:schemeClr val="accent3">
                <a:lumMod val="60000"/>
                <a:lumOff val="40000"/>
              </a:schemeClr>
            </a:gs>
            <a:gs pos="0">
              <a:schemeClr val="accent3"/>
            </a:gs>
          </a:gsLst>
          <a:lin ang="13500000" scaled="0"/>
        </a:gradFill>
        <a:effectLst/>
      </p:bgPr>
    </p:bg>
    <p:spTree>
      <p:nvGrpSpPr>
        <p:cNvPr id="1" name=""/>
        <p:cNvGrpSpPr/>
        <p:nvPr/>
      </p:nvGrpSpPr>
      <p:grpSpPr>
        <a:xfrm>
          <a:off x="0" y="0"/>
          <a:ext cx="0" cy="0"/>
          <a:chOff x="0" y="0"/>
          <a:chExt cx="0" cy="0"/>
        </a:xfrm>
      </p:grpSpPr>
      <p:sp>
        <p:nvSpPr>
          <p:cNvPr id="10" name="Заголовок 9"/>
          <p:cNvSpPr>
            <a:spLocks noGrp="1"/>
          </p:cNvSpPr>
          <p:nvPr>
            <p:ph type="title"/>
          </p:nvPr>
        </p:nvSpPr>
        <p:spPr>
          <a:xfrm>
            <a:off x="275608" y="340566"/>
            <a:ext cx="9270526" cy="587454"/>
          </a:xfrm>
          <a:prstGeom prst="rect">
            <a:avLst/>
          </a:prstGeom>
        </p:spPr>
        <p:txBody>
          <a:bodyPr wrap="square" lIns="91426" tIns="45713" rIns="91426" bIns="45713">
            <a:spAutoFit/>
          </a:bodyPr>
          <a:lstStyle>
            <a:lvl1pPr algn="ctr">
              <a:defRPr>
                <a:solidFill>
                  <a:schemeClr val="bg1"/>
                </a:solidFill>
              </a:defRPr>
            </a:lvl1pPr>
          </a:lstStyle>
          <a:p>
            <a:r>
              <a:rPr lang="ru-RU" dirty="0"/>
              <a:t>Образец заголовка</a:t>
            </a:r>
            <a:endParaRPr lang="ru-RU" dirty="0"/>
          </a:p>
        </p:txBody>
      </p:sp>
      <p:sp>
        <p:nvSpPr>
          <p:cNvPr id="7" name="Заголовок 2"/>
          <p:cNvSpPr txBox="1"/>
          <p:nvPr userDrawn="1"/>
        </p:nvSpPr>
        <p:spPr>
          <a:xfrm>
            <a:off x="282755" y="6301368"/>
            <a:ext cx="3184071" cy="210046"/>
          </a:xfrm>
          <a:prstGeom prst="rect">
            <a:avLst/>
          </a:prstGeom>
        </p:spPr>
        <p:txBody>
          <a:bodyPr wrap="square" lIns="74284" tIns="37142" rIns="74284" bIns="37142">
            <a:spAutoFit/>
          </a:bodyPr>
          <a:lstStyle>
            <a:lvl1pPr algn="ctr" defTabSz="914400" rtl="0" eaLnBrk="1" latinLnBrk="0" hangingPunct="1">
              <a:lnSpc>
                <a:spcPct val="90000"/>
              </a:lnSpc>
              <a:spcBef>
                <a:spcPct val="0"/>
              </a:spcBef>
              <a:buNone/>
              <a:defRPr sz="4400" b="1" i="0" kern="1200">
                <a:solidFill>
                  <a:schemeClr val="tx1"/>
                </a:solidFill>
                <a:latin typeface="VTB Group Cond" panose="020B0506050504020204" pitchFamily="34" charset="0"/>
                <a:ea typeface="VTB Group Cond" panose="020B0506050504020204" pitchFamily="34" charset="0"/>
                <a:cs typeface="+mj-cs"/>
              </a:defRPr>
            </a:lvl1pPr>
          </a:lstStyle>
          <a:p>
            <a:pPr algn="l"/>
            <a:r>
              <a:rPr lang="en-US" sz="975" b="0" dirty="0">
                <a:solidFill>
                  <a:prstClr val="white"/>
                </a:solidFill>
                <a:latin typeface="Oswald Light" pitchFamily="2" charset="-52"/>
                <a:ea typeface="VTB Group Cond Book" panose="020B0506050504020204" pitchFamily="34" charset="0"/>
              </a:rPr>
              <a:t>Digital IT pitch-deck PowerPoint bundle</a:t>
            </a:r>
            <a:endParaRPr lang="ru-RU" sz="975" b="0" dirty="0">
              <a:solidFill>
                <a:prstClr val="white"/>
              </a:solidFill>
              <a:latin typeface="Oswald Light" pitchFamily="2" charset="-52"/>
              <a:ea typeface="VTB Group Cond Book" panose="020B0506050504020204" pitchFamily="34" charset="0"/>
            </a:endParaRPr>
          </a:p>
        </p:txBody>
      </p:sp>
    </p:spTree>
  </p:cSld>
  <p:clrMapOvr>
    <a:masterClrMapping/>
  </p:clrMapOvr>
  <p:transition spd="slow">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Заголовок и объект">
    <p:bg>
      <p:bgPr>
        <a:gradFill>
          <a:gsLst>
            <a:gs pos="100000">
              <a:schemeClr val="accent3">
                <a:lumMod val="60000"/>
                <a:lumOff val="40000"/>
              </a:schemeClr>
            </a:gs>
            <a:gs pos="0">
              <a:schemeClr val="accent3"/>
            </a:gs>
          </a:gsLst>
          <a:lin ang="13500000" scaled="0"/>
        </a:gradFill>
        <a:effectLst/>
      </p:bgPr>
    </p:bg>
    <p:spTree>
      <p:nvGrpSpPr>
        <p:cNvPr id="1" name=""/>
        <p:cNvGrpSpPr/>
        <p:nvPr/>
      </p:nvGrpSpPr>
      <p:grpSpPr>
        <a:xfrm>
          <a:off x="0" y="0"/>
          <a:ext cx="0" cy="0"/>
          <a:chOff x="0" y="0"/>
          <a:chExt cx="0" cy="0"/>
        </a:xfrm>
      </p:grpSpPr>
    </p:spTree>
  </p:cSld>
  <p:clrMapOvr>
    <a:masterClrMapping/>
  </p:clrMapOvr>
  <p:transition spd="slow">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Титульный слайд">
    <p:bg>
      <p:bgPr>
        <a:gradFill>
          <a:gsLst>
            <a:gs pos="100000">
              <a:schemeClr val="accent3">
                <a:lumMod val="60000"/>
                <a:lumOff val="40000"/>
              </a:schemeClr>
            </a:gs>
            <a:gs pos="0">
              <a:schemeClr val="accent3"/>
            </a:gs>
          </a:gsLst>
          <a:lin ang="13500000" scaled="0"/>
        </a:gradFill>
        <a:effectLst/>
      </p:bgPr>
    </p:bg>
    <p:spTree>
      <p:nvGrpSpPr>
        <p:cNvPr id="1" name=""/>
        <p:cNvGrpSpPr/>
        <p:nvPr/>
      </p:nvGrpSpPr>
      <p:grpSpPr>
        <a:xfrm>
          <a:off x="0" y="0"/>
          <a:ext cx="0" cy="0"/>
          <a:chOff x="0" y="0"/>
          <a:chExt cx="0" cy="0"/>
        </a:xfrm>
      </p:grpSpPr>
      <p:sp>
        <p:nvSpPr>
          <p:cNvPr id="8" name="Заголовок 9"/>
          <p:cNvSpPr>
            <a:spLocks noGrp="1"/>
          </p:cNvSpPr>
          <p:nvPr>
            <p:ph type="title"/>
          </p:nvPr>
        </p:nvSpPr>
        <p:spPr>
          <a:xfrm>
            <a:off x="275610" y="340566"/>
            <a:ext cx="8543925" cy="587454"/>
          </a:xfrm>
          <a:prstGeom prst="rect">
            <a:avLst/>
          </a:prstGeom>
        </p:spPr>
        <p:txBody>
          <a:bodyPr lIns="91426" tIns="45713" rIns="91426" bIns="45713">
            <a:spAutoFit/>
          </a:bodyPr>
          <a:lstStyle/>
          <a:p>
            <a:r>
              <a:rPr lang="ru-RU" dirty="0"/>
              <a:t>Образец заголовка</a:t>
            </a:r>
            <a:endParaRPr lang="ru-RU" dirty="0"/>
          </a:p>
        </p:txBody>
      </p:sp>
      <p:sp>
        <p:nvSpPr>
          <p:cNvPr id="9" name="Заголовок 2"/>
          <p:cNvSpPr txBox="1"/>
          <p:nvPr userDrawn="1"/>
        </p:nvSpPr>
        <p:spPr>
          <a:xfrm>
            <a:off x="282755" y="6301368"/>
            <a:ext cx="3184071" cy="210046"/>
          </a:xfrm>
          <a:prstGeom prst="rect">
            <a:avLst/>
          </a:prstGeom>
        </p:spPr>
        <p:txBody>
          <a:bodyPr wrap="square" lIns="74284" tIns="37142" rIns="74284" bIns="37142">
            <a:spAutoFit/>
          </a:bodyPr>
          <a:lstStyle>
            <a:lvl1pPr algn="ctr" defTabSz="914400" rtl="0" eaLnBrk="1" latinLnBrk="0" hangingPunct="1">
              <a:lnSpc>
                <a:spcPct val="90000"/>
              </a:lnSpc>
              <a:spcBef>
                <a:spcPct val="0"/>
              </a:spcBef>
              <a:buNone/>
              <a:defRPr sz="4400" b="1" i="0" kern="1200">
                <a:solidFill>
                  <a:schemeClr val="tx1"/>
                </a:solidFill>
                <a:latin typeface="VTB Group Cond" panose="020B0506050504020204" pitchFamily="34" charset="0"/>
                <a:ea typeface="VTB Group Cond" panose="020B0506050504020204" pitchFamily="34" charset="0"/>
                <a:cs typeface="+mj-cs"/>
              </a:defRPr>
            </a:lvl1pPr>
          </a:lstStyle>
          <a:p>
            <a:pPr algn="l"/>
            <a:r>
              <a:rPr lang="en-US" sz="975" b="0" dirty="0">
                <a:solidFill>
                  <a:prstClr val="white"/>
                </a:solidFill>
                <a:latin typeface="Oswald Light" pitchFamily="2" charset="-52"/>
                <a:ea typeface="VTB Group Cond Book" panose="020B0506050504020204" pitchFamily="34" charset="0"/>
              </a:rPr>
              <a:t>Digital IT pitch-deck PowerPoint bundle</a:t>
            </a:r>
            <a:endParaRPr lang="ru-RU" sz="975" b="0" dirty="0">
              <a:solidFill>
                <a:prstClr val="white"/>
              </a:solidFill>
              <a:latin typeface="Oswald Light" pitchFamily="2" charset="-52"/>
              <a:ea typeface="VTB Group Cond Book" panose="020B0506050504020204" pitchFamily="34" charset="0"/>
            </a:endParaRPr>
          </a:p>
        </p:txBody>
      </p:sp>
    </p:spTree>
  </p:cSld>
  <p:clrMapOvr>
    <a:masterClrMapping/>
  </p:clrMapOvr>
  <p:transition spd="slow">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238250" y="1122363"/>
            <a:ext cx="7429500" cy="2387600"/>
          </a:xfrm>
        </p:spPr>
        <p:txBody>
          <a:bodyPr anchor="b"/>
          <a:lstStyle>
            <a:lvl1pPr algn="ctr">
              <a:defRPr sz="4875"/>
            </a:lvl1pPr>
          </a:lstStyle>
          <a:p>
            <a:r>
              <a:rPr lang="ru-RU" smtClean="0"/>
              <a:t>Образец заголовка</a:t>
            </a:r>
            <a:endParaRPr lang="ru-RU"/>
          </a:p>
        </p:txBody>
      </p:sp>
      <p:sp>
        <p:nvSpPr>
          <p:cNvPr id="3" name="Подзаголовок 2"/>
          <p:cNvSpPr>
            <a:spLocks noGrp="1"/>
          </p:cNvSpPr>
          <p:nvPr>
            <p:ph type="subTitle" idx="1"/>
          </p:nvPr>
        </p:nvSpPr>
        <p:spPr>
          <a:xfrm>
            <a:off x="1238250" y="3602038"/>
            <a:ext cx="7429500" cy="1655762"/>
          </a:xfrm>
        </p:spPr>
        <p:txBody>
          <a:bodyPr/>
          <a:lstStyle>
            <a:lvl1pPr marL="0" indent="0" algn="ctr">
              <a:buNone/>
              <a:defRPr sz="1950"/>
            </a:lvl1pPr>
            <a:lvl2pPr marL="371475" indent="0" algn="ctr">
              <a:buNone/>
              <a:defRPr sz="1625"/>
            </a:lvl2pPr>
            <a:lvl3pPr marL="742950" indent="0" algn="ctr">
              <a:buNone/>
              <a:defRPr sz="1465"/>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C9645CEA-FC87-496D-B07E-B9F4F6C6D042}" type="datetimeFigureOut">
              <a:rPr lang="ru-RU" smtClean="0">
                <a:solidFill>
                  <a:prstClr val="black">
                    <a:tint val="75000"/>
                  </a:prstClr>
                </a:solidFill>
              </a:rPr>
            </a:fld>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A8D05EF4-6776-4C57-8EF8-D78C31CF823C}" type="slidenum">
              <a:rPr lang="ru-RU" smtClean="0">
                <a:solidFill>
                  <a:prstClr val="black">
                    <a:tint val="75000"/>
                  </a:prstClr>
                </a:solidFill>
              </a:rPr>
            </a:fld>
            <a:endParaRPr lang="ru-RU">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ru-RU"/>
          </a:p>
        </p:txBody>
      </p:sp>
      <p:sp>
        <p:nvSpPr>
          <p:cNvPr id="4" name="Дата 3"/>
          <p:cNvSpPr>
            <a:spLocks noGrp="1"/>
          </p:cNvSpPr>
          <p:nvPr>
            <p:ph type="dt" sz="half" idx="10"/>
          </p:nvPr>
        </p:nvSpPr>
        <p:spPr/>
        <p:txBody>
          <a:bodyPr/>
          <a:lstStyle/>
          <a:p>
            <a:fld id="{C9645CEA-FC87-496D-B07E-B9F4F6C6D042}" type="datetimeFigureOut">
              <a:rPr lang="ru-RU" smtClean="0">
                <a:solidFill>
                  <a:prstClr val="black">
                    <a:tint val="75000"/>
                  </a:prstClr>
                </a:solidFill>
              </a:rPr>
            </a:fld>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A8D05EF4-6776-4C57-8EF8-D78C31CF823C}" type="slidenum">
              <a:rPr lang="ru-RU" smtClean="0">
                <a:solidFill>
                  <a:prstClr val="black">
                    <a:tint val="75000"/>
                  </a:prstClr>
                </a:solidFill>
              </a:rPr>
            </a:fld>
            <a:endParaRPr lang="ru-RU">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75878" y="1709739"/>
            <a:ext cx="8543925" cy="2852737"/>
          </a:xfrm>
        </p:spPr>
        <p:txBody>
          <a:bodyPr anchor="b"/>
          <a:lstStyle>
            <a:lvl1pPr>
              <a:defRPr sz="4875"/>
            </a:lvl1pPr>
          </a:lstStyle>
          <a:p>
            <a:r>
              <a:rPr lang="ru-RU" smtClean="0"/>
              <a:t>Образец заголовка</a:t>
            </a:r>
            <a:endParaRPr lang="ru-RU"/>
          </a:p>
        </p:txBody>
      </p:sp>
      <p:sp>
        <p:nvSpPr>
          <p:cNvPr id="3" name="Текст 2"/>
          <p:cNvSpPr>
            <a:spLocks noGrp="1"/>
          </p:cNvSpPr>
          <p:nvPr>
            <p:ph type="body" idx="1"/>
          </p:nvPr>
        </p:nvSpPr>
        <p:spPr>
          <a:xfrm>
            <a:off x="675878" y="4589464"/>
            <a:ext cx="8543925" cy="1500187"/>
          </a:xfrm>
        </p:spPr>
        <p:txBody>
          <a:bodyPr/>
          <a:lstStyle>
            <a:lvl1pPr marL="0" indent="0">
              <a:buNone/>
              <a:defRPr sz="1950">
                <a:solidFill>
                  <a:schemeClr val="tx1">
                    <a:tint val="75000"/>
                  </a:schemeClr>
                </a:solidFill>
              </a:defRPr>
            </a:lvl1pPr>
            <a:lvl2pPr marL="371475" indent="0">
              <a:buNone/>
              <a:defRPr sz="1625">
                <a:solidFill>
                  <a:schemeClr val="tx1">
                    <a:tint val="75000"/>
                  </a:schemeClr>
                </a:solidFill>
              </a:defRPr>
            </a:lvl2pPr>
            <a:lvl3pPr marL="742950" indent="0">
              <a:buNone/>
              <a:defRPr sz="1465">
                <a:solidFill>
                  <a:schemeClr val="tx1">
                    <a:tint val="75000"/>
                  </a:schemeClr>
                </a:solidFill>
              </a:defRPr>
            </a:lvl3pPr>
            <a:lvl4pPr marL="1114425" indent="0">
              <a:buNone/>
              <a:defRPr sz="1300">
                <a:solidFill>
                  <a:schemeClr val="tx1">
                    <a:tint val="75000"/>
                  </a:schemeClr>
                </a:solidFill>
              </a:defRPr>
            </a:lvl4pPr>
            <a:lvl5pPr marL="1485900" indent="0">
              <a:buNone/>
              <a:defRPr sz="1300">
                <a:solidFill>
                  <a:schemeClr val="tx1">
                    <a:tint val="75000"/>
                  </a:schemeClr>
                </a:solidFill>
              </a:defRPr>
            </a:lvl5pPr>
            <a:lvl6pPr marL="1857375" indent="0">
              <a:buNone/>
              <a:defRPr sz="1300">
                <a:solidFill>
                  <a:schemeClr val="tx1">
                    <a:tint val="75000"/>
                  </a:schemeClr>
                </a:solidFill>
              </a:defRPr>
            </a:lvl6pPr>
            <a:lvl7pPr marL="2228850" indent="0">
              <a:buNone/>
              <a:defRPr sz="1300">
                <a:solidFill>
                  <a:schemeClr val="tx1">
                    <a:tint val="75000"/>
                  </a:schemeClr>
                </a:solidFill>
              </a:defRPr>
            </a:lvl7pPr>
            <a:lvl8pPr marL="2600325" indent="0">
              <a:buNone/>
              <a:defRPr sz="1300">
                <a:solidFill>
                  <a:schemeClr val="tx1">
                    <a:tint val="75000"/>
                  </a:schemeClr>
                </a:solidFill>
              </a:defRPr>
            </a:lvl8pPr>
            <a:lvl9pPr marL="2971800" indent="0">
              <a:buNone/>
              <a:defRPr sz="1300">
                <a:solidFill>
                  <a:schemeClr val="tx1">
                    <a:tint val="75000"/>
                  </a:schemeClr>
                </a:solidFill>
              </a:defRPr>
            </a:lvl9pPr>
          </a:lstStyle>
          <a:p>
            <a:pPr lvl="0"/>
            <a:r>
              <a:rPr lang="ru-RU" smtClean="0"/>
              <a:t>Образец текста</a:t>
            </a:r>
            <a:endParaRPr lang="ru-RU" smtClean="0"/>
          </a:p>
        </p:txBody>
      </p:sp>
      <p:sp>
        <p:nvSpPr>
          <p:cNvPr id="4" name="Дата 3"/>
          <p:cNvSpPr>
            <a:spLocks noGrp="1"/>
          </p:cNvSpPr>
          <p:nvPr>
            <p:ph type="dt" sz="half" idx="10"/>
          </p:nvPr>
        </p:nvSpPr>
        <p:spPr/>
        <p:txBody>
          <a:bodyPr/>
          <a:lstStyle/>
          <a:p>
            <a:fld id="{C9645CEA-FC87-496D-B07E-B9F4F6C6D042}" type="datetimeFigureOut">
              <a:rPr lang="ru-RU" smtClean="0">
                <a:solidFill>
                  <a:prstClr val="black">
                    <a:tint val="75000"/>
                  </a:prstClr>
                </a:solidFill>
              </a:rPr>
            </a:fld>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A8D05EF4-6776-4C57-8EF8-D78C31CF823C}" type="slidenum">
              <a:rPr lang="ru-RU" smtClean="0">
                <a:solidFill>
                  <a:prstClr val="black">
                    <a:tint val="75000"/>
                  </a:prstClr>
                </a:solidFill>
              </a:rPr>
            </a:fld>
            <a:endParaRPr lang="ru-RU">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681038" y="1825625"/>
            <a:ext cx="4210050" cy="4351338"/>
          </a:xfrm>
        </p:spPr>
        <p:txBody>
          <a:bodyPr/>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ru-RU"/>
          </a:p>
        </p:txBody>
      </p:sp>
      <p:sp>
        <p:nvSpPr>
          <p:cNvPr id="4" name="Объект 3"/>
          <p:cNvSpPr>
            <a:spLocks noGrp="1"/>
          </p:cNvSpPr>
          <p:nvPr>
            <p:ph sz="half" idx="2"/>
          </p:nvPr>
        </p:nvSpPr>
        <p:spPr>
          <a:xfrm>
            <a:off x="5014913" y="1825625"/>
            <a:ext cx="4210050" cy="4351338"/>
          </a:xfrm>
        </p:spPr>
        <p:txBody>
          <a:bodyPr/>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ru-RU"/>
          </a:p>
        </p:txBody>
      </p:sp>
      <p:sp>
        <p:nvSpPr>
          <p:cNvPr id="5" name="Дата 4"/>
          <p:cNvSpPr>
            <a:spLocks noGrp="1"/>
          </p:cNvSpPr>
          <p:nvPr>
            <p:ph type="dt" sz="half" idx="10"/>
          </p:nvPr>
        </p:nvSpPr>
        <p:spPr/>
        <p:txBody>
          <a:bodyPr/>
          <a:lstStyle/>
          <a:p>
            <a:fld id="{C9645CEA-FC87-496D-B07E-B9F4F6C6D042}" type="datetimeFigureOut">
              <a:rPr lang="ru-RU" smtClean="0">
                <a:solidFill>
                  <a:prstClr val="black">
                    <a:tint val="75000"/>
                  </a:prstClr>
                </a:solidFill>
              </a:rPr>
            </a:fld>
            <a:endParaRPr lang="ru-RU">
              <a:solidFill>
                <a:prstClr val="black">
                  <a:tint val="75000"/>
                </a:prstClr>
              </a:solidFill>
            </a:endParaRPr>
          </a:p>
        </p:txBody>
      </p:sp>
      <p:sp>
        <p:nvSpPr>
          <p:cNvPr id="6" name="Нижний колонтитул 5"/>
          <p:cNvSpPr>
            <a:spLocks noGrp="1"/>
          </p:cNvSpPr>
          <p:nvPr>
            <p:ph type="ftr" sz="quarter" idx="11"/>
          </p:nvPr>
        </p:nvSpPr>
        <p:spPr/>
        <p:txBody>
          <a:bodyPr/>
          <a:lstStyle/>
          <a:p>
            <a:endParaRPr lang="ru-RU">
              <a:solidFill>
                <a:prstClr val="black">
                  <a:tint val="75000"/>
                </a:prstClr>
              </a:solidFill>
            </a:endParaRPr>
          </a:p>
        </p:txBody>
      </p:sp>
      <p:sp>
        <p:nvSpPr>
          <p:cNvPr id="7" name="Номер слайда 6"/>
          <p:cNvSpPr>
            <a:spLocks noGrp="1"/>
          </p:cNvSpPr>
          <p:nvPr>
            <p:ph type="sldNum" sz="quarter" idx="12"/>
          </p:nvPr>
        </p:nvSpPr>
        <p:spPr/>
        <p:txBody>
          <a:bodyPr/>
          <a:lstStyle/>
          <a:p>
            <a:fld id="{A8D05EF4-6776-4C57-8EF8-D78C31CF823C}" type="slidenum">
              <a:rPr lang="ru-RU" smtClean="0">
                <a:solidFill>
                  <a:prstClr val="black">
                    <a:tint val="75000"/>
                  </a:prstClr>
                </a:solidFill>
              </a:rPr>
            </a:fld>
            <a:endParaRPr lang="ru-RU">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82328" y="365126"/>
            <a:ext cx="8543925"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682328" y="1681163"/>
            <a:ext cx="4190702" cy="823912"/>
          </a:xfrm>
        </p:spPr>
        <p:txBody>
          <a:bodyPr anchor="b"/>
          <a:lstStyle>
            <a:lvl1pPr marL="0" indent="0">
              <a:buNone/>
              <a:defRPr sz="1950" b="1"/>
            </a:lvl1pPr>
            <a:lvl2pPr marL="371475" indent="0">
              <a:buNone/>
              <a:defRPr sz="1625" b="1"/>
            </a:lvl2pPr>
            <a:lvl3pPr marL="742950" indent="0">
              <a:buNone/>
              <a:defRPr sz="1465"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ru-RU" smtClean="0"/>
              <a:t>Образец текста</a:t>
            </a:r>
            <a:endParaRPr lang="ru-RU" smtClean="0"/>
          </a:p>
        </p:txBody>
      </p:sp>
      <p:sp>
        <p:nvSpPr>
          <p:cNvPr id="4" name="Объект 3"/>
          <p:cNvSpPr>
            <a:spLocks noGrp="1"/>
          </p:cNvSpPr>
          <p:nvPr>
            <p:ph sz="half" idx="2"/>
          </p:nvPr>
        </p:nvSpPr>
        <p:spPr>
          <a:xfrm>
            <a:off x="682328" y="2505075"/>
            <a:ext cx="4190702" cy="3684588"/>
          </a:xfrm>
        </p:spPr>
        <p:txBody>
          <a:bodyPr/>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ru-RU"/>
          </a:p>
        </p:txBody>
      </p:sp>
      <p:sp>
        <p:nvSpPr>
          <p:cNvPr id="5" name="Текст 4"/>
          <p:cNvSpPr>
            <a:spLocks noGrp="1"/>
          </p:cNvSpPr>
          <p:nvPr>
            <p:ph type="body" sz="quarter" idx="3"/>
          </p:nvPr>
        </p:nvSpPr>
        <p:spPr>
          <a:xfrm>
            <a:off x="5014913" y="1681163"/>
            <a:ext cx="4211340" cy="823912"/>
          </a:xfrm>
        </p:spPr>
        <p:txBody>
          <a:bodyPr anchor="b"/>
          <a:lstStyle>
            <a:lvl1pPr marL="0" indent="0">
              <a:buNone/>
              <a:defRPr sz="1950" b="1"/>
            </a:lvl1pPr>
            <a:lvl2pPr marL="371475" indent="0">
              <a:buNone/>
              <a:defRPr sz="1625" b="1"/>
            </a:lvl2pPr>
            <a:lvl3pPr marL="742950" indent="0">
              <a:buNone/>
              <a:defRPr sz="1465"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ru-RU" smtClean="0"/>
              <a:t>Образец текста</a:t>
            </a:r>
            <a:endParaRPr lang="ru-RU" smtClean="0"/>
          </a:p>
        </p:txBody>
      </p:sp>
      <p:sp>
        <p:nvSpPr>
          <p:cNvPr id="6" name="Объект 5"/>
          <p:cNvSpPr>
            <a:spLocks noGrp="1"/>
          </p:cNvSpPr>
          <p:nvPr>
            <p:ph sz="quarter" idx="4"/>
          </p:nvPr>
        </p:nvSpPr>
        <p:spPr>
          <a:xfrm>
            <a:off x="5014913" y="2505075"/>
            <a:ext cx="4211340" cy="3684588"/>
          </a:xfrm>
        </p:spPr>
        <p:txBody>
          <a:bodyPr/>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ru-RU"/>
          </a:p>
        </p:txBody>
      </p:sp>
      <p:sp>
        <p:nvSpPr>
          <p:cNvPr id="7" name="Дата 6"/>
          <p:cNvSpPr>
            <a:spLocks noGrp="1"/>
          </p:cNvSpPr>
          <p:nvPr>
            <p:ph type="dt" sz="half" idx="10"/>
          </p:nvPr>
        </p:nvSpPr>
        <p:spPr/>
        <p:txBody>
          <a:bodyPr/>
          <a:lstStyle/>
          <a:p>
            <a:fld id="{C9645CEA-FC87-496D-B07E-B9F4F6C6D042}" type="datetimeFigureOut">
              <a:rPr lang="ru-RU" smtClean="0">
                <a:solidFill>
                  <a:prstClr val="black">
                    <a:tint val="75000"/>
                  </a:prstClr>
                </a:solidFill>
              </a:rPr>
            </a:fld>
            <a:endParaRPr lang="ru-RU">
              <a:solidFill>
                <a:prstClr val="black">
                  <a:tint val="75000"/>
                </a:prstClr>
              </a:solidFill>
            </a:endParaRPr>
          </a:p>
        </p:txBody>
      </p:sp>
      <p:sp>
        <p:nvSpPr>
          <p:cNvPr id="8" name="Нижний колонтитул 7"/>
          <p:cNvSpPr>
            <a:spLocks noGrp="1"/>
          </p:cNvSpPr>
          <p:nvPr>
            <p:ph type="ftr" sz="quarter" idx="11"/>
          </p:nvPr>
        </p:nvSpPr>
        <p:spPr/>
        <p:txBody>
          <a:bodyPr/>
          <a:lstStyle/>
          <a:p>
            <a:endParaRPr lang="ru-RU">
              <a:solidFill>
                <a:prstClr val="black">
                  <a:tint val="75000"/>
                </a:prstClr>
              </a:solidFill>
            </a:endParaRPr>
          </a:p>
        </p:txBody>
      </p:sp>
      <p:sp>
        <p:nvSpPr>
          <p:cNvPr id="9" name="Номер слайда 8"/>
          <p:cNvSpPr>
            <a:spLocks noGrp="1"/>
          </p:cNvSpPr>
          <p:nvPr>
            <p:ph type="sldNum" sz="quarter" idx="12"/>
          </p:nvPr>
        </p:nvSpPr>
        <p:spPr/>
        <p:txBody>
          <a:bodyPr/>
          <a:lstStyle/>
          <a:p>
            <a:fld id="{A8D05EF4-6776-4C57-8EF8-D78C31CF823C}" type="slidenum">
              <a:rPr lang="ru-RU" smtClean="0">
                <a:solidFill>
                  <a:prstClr val="black">
                    <a:tint val="75000"/>
                  </a:prstClr>
                </a:solidFill>
              </a:rPr>
            </a:fld>
            <a:endParaRPr lang="ru-RU">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C9645CEA-FC87-496D-B07E-B9F4F6C6D042}" type="datetimeFigureOut">
              <a:rPr lang="ru-RU" smtClean="0">
                <a:solidFill>
                  <a:prstClr val="black">
                    <a:tint val="75000"/>
                  </a:prstClr>
                </a:solidFill>
              </a:rPr>
            </a:fld>
            <a:endParaRPr lang="ru-RU">
              <a:solidFill>
                <a:prstClr val="black">
                  <a:tint val="75000"/>
                </a:prstClr>
              </a:solidFill>
            </a:endParaRPr>
          </a:p>
        </p:txBody>
      </p:sp>
      <p:sp>
        <p:nvSpPr>
          <p:cNvPr id="4" name="Нижний колонтитул 3"/>
          <p:cNvSpPr>
            <a:spLocks noGrp="1"/>
          </p:cNvSpPr>
          <p:nvPr>
            <p:ph type="ftr" sz="quarter" idx="11"/>
          </p:nvPr>
        </p:nvSpPr>
        <p:spPr/>
        <p:txBody>
          <a:bodyPr/>
          <a:lstStyle/>
          <a:p>
            <a:endParaRPr lang="ru-RU">
              <a:solidFill>
                <a:prstClr val="black">
                  <a:tint val="75000"/>
                </a:prstClr>
              </a:solidFill>
            </a:endParaRPr>
          </a:p>
        </p:txBody>
      </p:sp>
      <p:sp>
        <p:nvSpPr>
          <p:cNvPr id="5" name="Номер слайда 4"/>
          <p:cNvSpPr>
            <a:spLocks noGrp="1"/>
          </p:cNvSpPr>
          <p:nvPr>
            <p:ph type="sldNum" sz="quarter" idx="12"/>
          </p:nvPr>
        </p:nvSpPr>
        <p:spPr/>
        <p:txBody>
          <a:bodyPr/>
          <a:lstStyle/>
          <a:p>
            <a:fld id="{A8D05EF4-6776-4C57-8EF8-D78C31CF823C}" type="slidenum">
              <a:rPr lang="ru-RU" smtClean="0">
                <a:solidFill>
                  <a:prstClr val="black">
                    <a:tint val="75000"/>
                  </a:prstClr>
                </a:solidFill>
              </a:rPr>
            </a:fld>
            <a:endParaRPr lang="ru-RU">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C9645CEA-FC87-496D-B07E-B9F4F6C6D042}" type="datetimeFigureOut">
              <a:rPr lang="ru-RU" smtClean="0">
                <a:solidFill>
                  <a:prstClr val="black">
                    <a:tint val="75000"/>
                  </a:prstClr>
                </a:solidFill>
              </a:rPr>
            </a:fld>
            <a:endParaRPr lang="ru-RU">
              <a:solidFill>
                <a:prstClr val="black">
                  <a:tint val="75000"/>
                </a:prstClr>
              </a:solidFill>
            </a:endParaRPr>
          </a:p>
        </p:txBody>
      </p:sp>
      <p:sp>
        <p:nvSpPr>
          <p:cNvPr id="3" name="Нижний колонтитул 2"/>
          <p:cNvSpPr>
            <a:spLocks noGrp="1"/>
          </p:cNvSpPr>
          <p:nvPr>
            <p:ph type="ftr" sz="quarter" idx="11"/>
          </p:nvPr>
        </p:nvSpPr>
        <p:spPr/>
        <p:txBody>
          <a:bodyPr/>
          <a:lstStyle/>
          <a:p>
            <a:endParaRPr lang="ru-RU">
              <a:solidFill>
                <a:prstClr val="black">
                  <a:tint val="75000"/>
                </a:prstClr>
              </a:solidFill>
            </a:endParaRPr>
          </a:p>
        </p:txBody>
      </p:sp>
      <p:sp>
        <p:nvSpPr>
          <p:cNvPr id="4" name="Номер слайда 3"/>
          <p:cNvSpPr>
            <a:spLocks noGrp="1"/>
          </p:cNvSpPr>
          <p:nvPr>
            <p:ph type="sldNum" sz="quarter" idx="12"/>
          </p:nvPr>
        </p:nvSpPr>
        <p:spPr/>
        <p:txBody>
          <a:bodyPr/>
          <a:lstStyle/>
          <a:p>
            <a:fld id="{A8D05EF4-6776-4C57-8EF8-D78C31CF823C}" type="slidenum">
              <a:rPr lang="ru-RU" smtClean="0">
                <a:solidFill>
                  <a:prstClr val="black">
                    <a:tint val="75000"/>
                  </a:prstClr>
                </a:solidFill>
              </a:rPr>
            </a:fld>
            <a:endParaRPr lang="ru-RU">
              <a:solidFill>
                <a:prstClr val="black">
                  <a:tint val="75000"/>
                </a:prstClr>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82328" y="457200"/>
            <a:ext cx="3194943" cy="1600200"/>
          </a:xfrm>
        </p:spPr>
        <p:txBody>
          <a:bodyPr anchor="b"/>
          <a:lstStyle>
            <a:lvl1pPr>
              <a:defRPr sz="2600"/>
            </a:lvl1pPr>
          </a:lstStyle>
          <a:p>
            <a:r>
              <a:rPr lang="ru-RU" smtClean="0"/>
              <a:t>Образец заголовка</a:t>
            </a:r>
            <a:endParaRPr lang="ru-RU"/>
          </a:p>
        </p:txBody>
      </p:sp>
      <p:sp>
        <p:nvSpPr>
          <p:cNvPr id="3" name="Объект 2"/>
          <p:cNvSpPr>
            <a:spLocks noGrp="1"/>
          </p:cNvSpPr>
          <p:nvPr>
            <p:ph idx="1"/>
          </p:nvPr>
        </p:nvSpPr>
        <p:spPr>
          <a:xfrm>
            <a:off x="4211340" y="987426"/>
            <a:ext cx="5014913" cy="4873625"/>
          </a:xfrm>
        </p:spPr>
        <p:txBody>
          <a:bodyPr/>
          <a:lstStyle>
            <a:lvl1pPr>
              <a:defRPr sz="2600"/>
            </a:lvl1pPr>
            <a:lvl2pPr>
              <a:defRPr sz="2275"/>
            </a:lvl2pPr>
            <a:lvl3pPr>
              <a:defRPr sz="1950"/>
            </a:lvl3pPr>
            <a:lvl4pPr>
              <a:defRPr sz="1625"/>
            </a:lvl4pPr>
            <a:lvl5pPr>
              <a:defRPr sz="1625"/>
            </a:lvl5pPr>
            <a:lvl6pPr>
              <a:defRPr sz="1625"/>
            </a:lvl6pPr>
            <a:lvl7pPr>
              <a:defRPr sz="1625"/>
            </a:lvl7pPr>
            <a:lvl8pPr>
              <a:defRPr sz="1625"/>
            </a:lvl8pPr>
            <a:lvl9pPr>
              <a:defRPr sz="1625"/>
            </a:lvl9pPr>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ru-RU"/>
          </a:p>
        </p:txBody>
      </p:sp>
      <p:sp>
        <p:nvSpPr>
          <p:cNvPr id="4" name="Текст 3"/>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40"/>
            </a:lvl2pPr>
            <a:lvl3pPr marL="742950" indent="0">
              <a:buNone/>
              <a:defRPr sz="975"/>
            </a:lvl3pPr>
            <a:lvl4pPr marL="1114425" indent="0">
              <a:buNone/>
              <a:defRPr sz="815"/>
            </a:lvl4pPr>
            <a:lvl5pPr marL="1485900" indent="0">
              <a:buNone/>
              <a:defRPr sz="815"/>
            </a:lvl5pPr>
            <a:lvl6pPr marL="1857375" indent="0">
              <a:buNone/>
              <a:defRPr sz="815"/>
            </a:lvl6pPr>
            <a:lvl7pPr marL="2228850" indent="0">
              <a:buNone/>
              <a:defRPr sz="815"/>
            </a:lvl7pPr>
            <a:lvl8pPr marL="2600325" indent="0">
              <a:buNone/>
              <a:defRPr sz="815"/>
            </a:lvl8pPr>
            <a:lvl9pPr marL="2971800" indent="0">
              <a:buNone/>
              <a:defRPr sz="815"/>
            </a:lvl9pPr>
          </a:lstStyle>
          <a:p>
            <a:pPr lvl="0"/>
            <a:r>
              <a:rPr lang="ru-RU" smtClean="0"/>
              <a:t>Образец текста</a:t>
            </a:r>
            <a:endParaRPr lang="ru-RU" smtClean="0"/>
          </a:p>
        </p:txBody>
      </p:sp>
      <p:sp>
        <p:nvSpPr>
          <p:cNvPr id="5" name="Дата 4"/>
          <p:cNvSpPr>
            <a:spLocks noGrp="1"/>
          </p:cNvSpPr>
          <p:nvPr>
            <p:ph type="dt" sz="half" idx="10"/>
          </p:nvPr>
        </p:nvSpPr>
        <p:spPr/>
        <p:txBody>
          <a:bodyPr/>
          <a:lstStyle/>
          <a:p>
            <a:fld id="{C9645CEA-FC87-496D-B07E-B9F4F6C6D042}" type="datetimeFigureOut">
              <a:rPr lang="ru-RU" smtClean="0">
                <a:solidFill>
                  <a:prstClr val="black">
                    <a:tint val="75000"/>
                  </a:prstClr>
                </a:solidFill>
              </a:rPr>
            </a:fld>
            <a:endParaRPr lang="ru-RU">
              <a:solidFill>
                <a:prstClr val="black">
                  <a:tint val="75000"/>
                </a:prstClr>
              </a:solidFill>
            </a:endParaRPr>
          </a:p>
        </p:txBody>
      </p:sp>
      <p:sp>
        <p:nvSpPr>
          <p:cNvPr id="6" name="Нижний колонтитул 5"/>
          <p:cNvSpPr>
            <a:spLocks noGrp="1"/>
          </p:cNvSpPr>
          <p:nvPr>
            <p:ph type="ftr" sz="quarter" idx="11"/>
          </p:nvPr>
        </p:nvSpPr>
        <p:spPr/>
        <p:txBody>
          <a:bodyPr/>
          <a:lstStyle/>
          <a:p>
            <a:endParaRPr lang="ru-RU">
              <a:solidFill>
                <a:prstClr val="black">
                  <a:tint val="75000"/>
                </a:prstClr>
              </a:solidFill>
            </a:endParaRPr>
          </a:p>
        </p:txBody>
      </p:sp>
      <p:sp>
        <p:nvSpPr>
          <p:cNvPr id="7" name="Номер слайда 6"/>
          <p:cNvSpPr>
            <a:spLocks noGrp="1"/>
          </p:cNvSpPr>
          <p:nvPr>
            <p:ph type="sldNum" sz="quarter" idx="12"/>
          </p:nvPr>
        </p:nvSpPr>
        <p:spPr/>
        <p:txBody>
          <a:bodyPr/>
          <a:lstStyle/>
          <a:p>
            <a:fld id="{A8D05EF4-6776-4C57-8EF8-D78C31CF823C}" type="slidenum">
              <a:rPr lang="ru-RU" smtClean="0">
                <a:solidFill>
                  <a:prstClr val="black">
                    <a:tint val="75000"/>
                  </a:prstClr>
                </a:solidFill>
              </a:rPr>
            </a:fld>
            <a:endParaRPr lang="ru-RU">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82328" y="457200"/>
            <a:ext cx="3194943" cy="1600200"/>
          </a:xfrm>
        </p:spPr>
        <p:txBody>
          <a:bodyPr anchor="b"/>
          <a:lstStyle>
            <a:lvl1pPr>
              <a:defRPr sz="2600"/>
            </a:lvl1pPr>
          </a:lstStyle>
          <a:p>
            <a:r>
              <a:rPr lang="ru-RU" smtClean="0"/>
              <a:t>Образец заголовка</a:t>
            </a:r>
            <a:endParaRPr lang="ru-RU"/>
          </a:p>
        </p:txBody>
      </p:sp>
      <p:sp>
        <p:nvSpPr>
          <p:cNvPr id="3" name="Рисунок 2"/>
          <p:cNvSpPr>
            <a:spLocks noGrp="1"/>
          </p:cNvSpPr>
          <p:nvPr>
            <p:ph type="pic" idx="1"/>
          </p:nvPr>
        </p:nvSpPr>
        <p:spPr>
          <a:xfrm>
            <a:off x="4211340" y="987426"/>
            <a:ext cx="5014913" cy="4873625"/>
          </a:xfrm>
        </p:spPr>
        <p:txBody>
          <a:bodyPr/>
          <a:lstStyle>
            <a:lvl1pPr marL="0" indent="0">
              <a:buNone/>
              <a:defRPr sz="2600"/>
            </a:lvl1pPr>
            <a:lvl2pPr marL="371475" indent="0">
              <a:buNone/>
              <a:defRPr sz="2275"/>
            </a:lvl2pPr>
            <a:lvl3pPr marL="742950" indent="0">
              <a:buNone/>
              <a:defRPr sz="1950"/>
            </a:lvl3pPr>
            <a:lvl4pPr marL="1114425" indent="0">
              <a:buNone/>
              <a:defRPr sz="1625"/>
            </a:lvl4pPr>
            <a:lvl5pPr marL="1485900" indent="0">
              <a:buNone/>
              <a:defRPr sz="1625"/>
            </a:lvl5pPr>
            <a:lvl6pPr marL="1857375" indent="0">
              <a:buNone/>
              <a:defRPr sz="1625"/>
            </a:lvl6pPr>
            <a:lvl7pPr marL="2228850" indent="0">
              <a:buNone/>
              <a:defRPr sz="1625"/>
            </a:lvl7pPr>
            <a:lvl8pPr marL="2600325" indent="0">
              <a:buNone/>
              <a:defRPr sz="1625"/>
            </a:lvl8pPr>
            <a:lvl9pPr marL="2971800" indent="0">
              <a:buNone/>
              <a:defRPr sz="1625"/>
            </a:lvl9pPr>
          </a:lstStyle>
          <a:p>
            <a:endParaRPr lang="ru-RU"/>
          </a:p>
        </p:txBody>
      </p:sp>
      <p:sp>
        <p:nvSpPr>
          <p:cNvPr id="4" name="Текст 3"/>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40"/>
            </a:lvl2pPr>
            <a:lvl3pPr marL="742950" indent="0">
              <a:buNone/>
              <a:defRPr sz="975"/>
            </a:lvl3pPr>
            <a:lvl4pPr marL="1114425" indent="0">
              <a:buNone/>
              <a:defRPr sz="815"/>
            </a:lvl4pPr>
            <a:lvl5pPr marL="1485900" indent="0">
              <a:buNone/>
              <a:defRPr sz="815"/>
            </a:lvl5pPr>
            <a:lvl6pPr marL="1857375" indent="0">
              <a:buNone/>
              <a:defRPr sz="815"/>
            </a:lvl6pPr>
            <a:lvl7pPr marL="2228850" indent="0">
              <a:buNone/>
              <a:defRPr sz="815"/>
            </a:lvl7pPr>
            <a:lvl8pPr marL="2600325" indent="0">
              <a:buNone/>
              <a:defRPr sz="815"/>
            </a:lvl8pPr>
            <a:lvl9pPr marL="2971800" indent="0">
              <a:buNone/>
              <a:defRPr sz="815"/>
            </a:lvl9pPr>
          </a:lstStyle>
          <a:p>
            <a:pPr lvl="0"/>
            <a:r>
              <a:rPr lang="ru-RU" smtClean="0"/>
              <a:t>Образец текста</a:t>
            </a:r>
            <a:endParaRPr lang="ru-RU" smtClean="0"/>
          </a:p>
        </p:txBody>
      </p:sp>
      <p:sp>
        <p:nvSpPr>
          <p:cNvPr id="5" name="Дата 4"/>
          <p:cNvSpPr>
            <a:spLocks noGrp="1"/>
          </p:cNvSpPr>
          <p:nvPr>
            <p:ph type="dt" sz="half" idx="10"/>
          </p:nvPr>
        </p:nvSpPr>
        <p:spPr/>
        <p:txBody>
          <a:bodyPr/>
          <a:lstStyle/>
          <a:p>
            <a:fld id="{C9645CEA-FC87-496D-B07E-B9F4F6C6D042}" type="datetimeFigureOut">
              <a:rPr lang="ru-RU" smtClean="0">
                <a:solidFill>
                  <a:prstClr val="black">
                    <a:tint val="75000"/>
                  </a:prstClr>
                </a:solidFill>
              </a:rPr>
            </a:fld>
            <a:endParaRPr lang="ru-RU">
              <a:solidFill>
                <a:prstClr val="black">
                  <a:tint val="75000"/>
                </a:prstClr>
              </a:solidFill>
            </a:endParaRPr>
          </a:p>
        </p:txBody>
      </p:sp>
      <p:sp>
        <p:nvSpPr>
          <p:cNvPr id="6" name="Нижний колонтитул 5"/>
          <p:cNvSpPr>
            <a:spLocks noGrp="1"/>
          </p:cNvSpPr>
          <p:nvPr>
            <p:ph type="ftr" sz="quarter" idx="11"/>
          </p:nvPr>
        </p:nvSpPr>
        <p:spPr/>
        <p:txBody>
          <a:bodyPr/>
          <a:lstStyle/>
          <a:p>
            <a:endParaRPr lang="ru-RU">
              <a:solidFill>
                <a:prstClr val="black">
                  <a:tint val="75000"/>
                </a:prstClr>
              </a:solidFill>
            </a:endParaRPr>
          </a:p>
        </p:txBody>
      </p:sp>
      <p:sp>
        <p:nvSpPr>
          <p:cNvPr id="7" name="Номер слайда 6"/>
          <p:cNvSpPr>
            <a:spLocks noGrp="1"/>
          </p:cNvSpPr>
          <p:nvPr>
            <p:ph type="sldNum" sz="quarter" idx="12"/>
          </p:nvPr>
        </p:nvSpPr>
        <p:spPr/>
        <p:txBody>
          <a:bodyPr/>
          <a:lstStyle/>
          <a:p>
            <a:fld id="{A8D05EF4-6776-4C57-8EF8-D78C31CF823C}" type="slidenum">
              <a:rPr lang="ru-RU" smtClean="0">
                <a:solidFill>
                  <a:prstClr val="black">
                    <a:tint val="75000"/>
                  </a:prstClr>
                </a:solidFill>
              </a:rPr>
            </a:fld>
            <a:endParaRPr lang="ru-RU">
              <a:solidFill>
                <a:prstClr val="black">
                  <a:tint val="75000"/>
                </a:prstClr>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ru-RU"/>
          </a:p>
        </p:txBody>
      </p:sp>
      <p:sp>
        <p:nvSpPr>
          <p:cNvPr id="4" name="Дата 3"/>
          <p:cNvSpPr>
            <a:spLocks noGrp="1"/>
          </p:cNvSpPr>
          <p:nvPr>
            <p:ph type="dt" sz="half" idx="10"/>
          </p:nvPr>
        </p:nvSpPr>
        <p:spPr/>
        <p:txBody>
          <a:bodyPr/>
          <a:lstStyle/>
          <a:p>
            <a:fld id="{C9645CEA-FC87-496D-B07E-B9F4F6C6D042}" type="datetimeFigureOut">
              <a:rPr lang="ru-RU" smtClean="0">
                <a:solidFill>
                  <a:prstClr val="black">
                    <a:tint val="75000"/>
                  </a:prstClr>
                </a:solidFill>
              </a:rPr>
            </a:fld>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A8D05EF4-6776-4C57-8EF8-D78C31CF823C}" type="slidenum">
              <a:rPr lang="ru-RU" smtClean="0">
                <a:solidFill>
                  <a:prstClr val="black">
                    <a:tint val="75000"/>
                  </a:prstClr>
                </a:solidFill>
              </a:rPr>
            </a:fld>
            <a:endParaRPr lang="ru-RU">
              <a:solidFill>
                <a:prstClr val="black">
                  <a:tint val="75000"/>
                </a:prstClr>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7088981" y="365125"/>
            <a:ext cx="2135981"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681037" y="365125"/>
            <a:ext cx="6284119" cy="5811838"/>
          </a:xfrm>
        </p:spPr>
        <p:txBody>
          <a:bodyPr vert="eaVert"/>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ru-RU"/>
          </a:p>
        </p:txBody>
      </p:sp>
      <p:sp>
        <p:nvSpPr>
          <p:cNvPr id="4" name="Дата 3"/>
          <p:cNvSpPr>
            <a:spLocks noGrp="1"/>
          </p:cNvSpPr>
          <p:nvPr>
            <p:ph type="dt" sz="half" idx="10"/>
          </p:nvPr>
        </p:nvSpPr>
        <p:spPr/>
        <p:txBody>
          <a:bodyPr/>
          <a:lstStyle/>
          <a:p>
            <a:fld id="{C9645CEA-FC87-496D-B07E-B9F4F6C6D042}" type="datetimeFigureOut">
              <a:rPr lang="ru-RU" smtClean="0">
                <a:solidFill>
                  <a:prstClr val="black">
                    <a:tint val="75000"/>
                  </a:prstClr>
                </a:solidFill>
              </a:rPr>
            </a:fld>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A8D05EF4-6776-4C57-8EF8-D78C31CF823C}" type="slidenum">
              <a:rPr lang="ru-RU" smtClean="0">
                <a:solidFill>
                  <a:prstClr val="black">
                    <a:tint val="75000"/>
                  </a:prstClr>
                </a:solidFill>
              </a:rPr>
            </a:fld>
            <a:endParaRPr lang="ru-RU">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30.xml"/><Relationship Id="rId8" Type="http://schemas.openxmlformats.org/officeDocument/2006/relationships/slideLayout" Target="../slideLayouts/slideLayout29.xml"/><Relationship Id="rId7" Type="http://schemas.openxmlformats.org/officeDocument/2006/relationships/slideLayout" Target="../slideLayouts/slideLayout28.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 Id="rId3" Type="http://schemas.openxmlformats.org/officeDocument/2006/relationships/slideLayout" Target="../slideLayouts/slideLayout24.xml"/><Relationship Id="rId2" Type="http://schemas.openxmlformats.org/officeDocument/2006/relationships/slideLayout" Target="../slideLayouts/slideLayout23.xml"/><Relationship Id="rId12" Type="http://schemas.openxmlformats.org/officeDocument/2006/relationships/theme" Target="../theme/theme2.xml"/><Relationship Id="rId11" Type="http://schemas.openxmlformats.org/officeDocument/2006/relationships/slideLayout" Target="../slideLayouts/slideLayout32.xml"/><Relationship Id="rId10" Type="http://schemas.openxmlformats.org/officeDocument/2006/relationships/slideLayout" Target="../slideLayouts/slideLayout31.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Нижний колонтитул 7"/>
          <p:cNvSpPr>
            <a:spLocks noGrp="1"/>
          </p:cNvSpPr>
          <p:nvPr>
            <p:ph type="ftr" sz="quarter" idx="3"/>
          </p:nvPr>
        </p:nvSpPr>
        <p:spPr>
          <a:xfrm>
            <a:off x="3281363" y="6356354"/>
            <a:ext cx="3343275" cy="365125"/>
          </a:xfrm>
          <a:prstGeom prst="rect">
            <a:avLst/>
          </a:prstGeom>
        </p:spPr>
        <p:txBody>
          <a:bodyPr vert="horz" lIns="91426" tIns="45713" rIns="91426" bIns="45713" rtlCol="0" anchor="ctr"/>
          <a:lstStyle>
            <a:lvl1pPr algn="ctr">
              <a:defRPr sz="975">
                <a:solidFill>
                  <a:schemeClr val="tx1">
                    <a:tint val="75000"/>
                  </a:schemeClr>
                </a:solidFill>
              </a:defRPr>
            </a:lvl1pPr>
          </a:lstStyle>
          <a:p>
            <a:pPr defTabSz="742950"/>
            <a:endParaRPr lang="ru-RU">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ransition spd="slow">
    <p:fade/>
  </p:transition>
  <p:hf hdr="0" ftr="0" dt="0"/>
  <p:txStyles>
    <p:titleStyle>
      <a:lvl1pPr algn="l" defTabSz="742950" rtl="0" eaLnBrk="1" latinLnBrk="0" hangingPunct="1">
        <a:lnSpc>
          <a:spcPct val="90000"/>
        </a:lnSpc>
        <a:spcBef>
          <a:spcPct val="0"/>
        </a:spcBef>
        <a:buNone/>
        <a:defRPr sz="3575" kern="1200">
          <a:solidFill>
            <a:schemeClr val="tx1"/>
          </a:solidFill>
          <a:latin typeface="+mj-lt"/>
          <a:ea typeface="+mj-ea"/>
          <a:cs typeface="+mj-cs"/>
        </a:defRPr>
      </a:lvl1pPr>
    </p:titleStyle>
    <p:bodyStyle>
      <a:lvl1pPr marL="185420" indent="-185420" algn="l" defTabSz="742950" rtl="0" eaLnBrk="1" latinLnBrk="0" hangingPunct="1">
        <a:lnSpc>
          <a:spcPct val="90000"/>
        </a:lnSpc>
        <a:spcBef>
          <a:spcPts val="815"/>
        </a:spcBef>
        <a:buFont typeface="Arial" panose="020B0604020202020204" pitchFamily="34" charset="0"/>
        <a:buChar char="•"/>
        <a:defRPr sz="2275" kern="1200">
          <a:solidFill>
            <a:schemeClr val="tx1"/>
          </a:solidFill>
          <a:latin typeface="+mn-lt"/>
          <a:ea typeface="+mn-ea"/>
          <a:cs typeface="+mn-cs"/>
        </a:defRPr>
      </a:lvl1pPr>
      <a:lvl2pPr marL="556895" indent="-185420" algn="l" defTabSz="742950" rtl="0" eaLnBrk="1" latinLnBrk="0" hangingPunct="1">
        <a:lnSpc>
          <a:spcPct val="90000"/>
        </a:lnSpc>
        <a:spcBef>
          <a:spcPts val="405"/>
        </a:spcBef>
        <a:buFont typeface="Arial" panose="020B0604020202020204" pitchFamily="34" charset="0"/>
        <a:buChar char="•"/>
        <a:defRPr sz="1950" kern="1200">
          <a:solidFill>
            <a:schemeClr val="tx1"/>
          </a:solidFill>
          <a:latin typeface="+mn-lt"/>
          <a:ea typeface="+mn-ea"/>
          <a:cs typeface="+mn-cs"/>
        </a:defRPr>
      </a:lvl2pPr>
      <a:lvl3pPr marL="928370" indent="-185420" algn="l" defTabSz="742950" rtl="0" eaLnBrk="1" latinLnBrk="0" hangingPunct="1">
        <a:lnSpc>
          <a:spcPct val="90000"/>
        </a:lnSpc>
        <a:spcBef>
          <a:spcPts val="405"/>
        </a:spcBef>
        <a:buFont typeface="Arial" panose="020B0604020202020204" pitchFamily="34" charset="0"/>
        <a:buChar char="•"/>
        <a:defRPr sz="1625" kern="1200">
          <a:solidFill>
            <a:schemeClr val="tx1"/>
          </a:solidFill>
          <a:latin typeface="+mn-lt"/>
          <a:ea typeface="+mn-ea"/>
          <a:cs typeface="+mn-cs"/>
        </a:defRPr>
      </a:lvl3pPr>
      <a:lvl4pPr marL="1299845" indent="-185420"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4pPr>
      <a:lvl5pPr marL="1671320" indent="-185420"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5pPr>
      <a:lvl6pPr marL="2042795" indent="-185420"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6pPr>
      <a:lvl7pPr marL="2414270" indent="-185420"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7pPr>
      <a:lvl8pPr marL="2785745" indent="-185420"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8pPr>
      <a:lvl9pPr marL="3157220" indent="-185420"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9pPr>
    </p:bodyStyle>
    <p:otherStyle>
      <a:defPPr>
        <a:defRPr lang="ru-RU"/>
      </a:defPPr>
      <a:lvl1pPr marL="0" algn="l" defTabSz="742950" rtl="0" eaLnBrk="1" latinLnBrk="0" hangingPunct="1">
        <a:defRPr sz="1465" kern="1200">
          <a:solidFill>
            <a:schemeClr val="tx1"/>
          </a:solidFill>
          <a:latin typeface="+mn-lt"/>
          <a:ea typeface="+mn-ea"/>
          <a:cs typeface="+mn-cs"/>
        </a:defRPr>
      </a:lvl1pPr>
      <a:lvl2pPr marL="371475" algn="l" defTabSz="742950" rtl="0" eaLnBrk="1" latinLnBrk="0" hangingPunct="1">
        <a:defRPr sz="1465" kern="1200">
          <a:solidFill>
            <a:schemeClr val="tx1"/>
          </a:solidFill>
          <a:latin typeface="+mn-lt"/>
          <a:ea typeface="+mn-ea"/>
          <a:cs typeface="+mn-cs"/>
        </a:defRPr>
      </a:lvl2pPr>
      <a:lvl3pPr marL="742950" algn="l" defTabSz="742950" rtl="0" eaLnBrk="1" latinLnBrk="0" hangingPunct="1">
        <a:defRPr sz="1465" kern="1200">
          <a:solidFill>
            <a:schemeClr val="tx1"/>
          </a:solidFill>
          <a:latin typeface="+mn-lt"/>
          <a:ea typeface="+mn-ea"/>
          <a:cs typeface="+mn-cs"/>
        </a:defRPr>
      </a:lvl3pPr>
      <a:lvl4pPr marL="1114425" algn="l" defTabSz="742950" rtl="0" eaLnBrk="1" latinLnBrk="0" hangingPunct="1">
        <a:defRPr sz="1465" kern="1200">
          <a:solidFill>
            <a:schemeClr val="tx1"/>
          </a:solidFill>
          <a:latin typeface="+mn-lt"/>
          <a:ea typeface="+mn-ea"/>
          <a:cs typeface="+mn-cs"/>
        </a:defRPr>
      </a:lvl4pPr>
      <a:lvl5pPr marL="1485900" algn="l" defTabSz="742950" rtl="0" eaLnBrk="1" latinLnBrk="0" hangingPunct="1">
        <a:defRPr sz="1465" kern="1200">
          <a:solidFill>
            <a:schemeClr val="tx1"/>
          </a:solidFill>
          <a:latin typeface="+mn-lt"/>
          <a:ea typeface="+mn-ea"/>
          <a:cs typeface="+mn-cs"/>
        </a:defRPr>
      </a:lvl5pPr>
      <a:lvl6pPr marL="1857375" algn="l" defTabSz="742950" rtl="0" eaLnBrk="1" latinLnBrk="0" hangingPunct="1">
        <a:defRPr sz="1465" kern="1200">
          <a:solidFill>
            <a:schemeClr val="tx1"/>
          </a:solidFill>
          <a:latin typeface="+mn-lt"/>
          <a:ea typeface="+mn-ea"/>
          <a:cs typeface="+mn-cs"/>
        </a:defRPr>
      </a:lvl6pPr>
      <a:lvl7pPr marL="2228215" algn="l" defTabSz="742950" rtl="0" eaLnBrk="1" latinLnBrk="0" hangingPunct="1">
        <a:defRPr sz="1465" kern="1200">
          <a:solidFill>
            <a:schemeClr val="tx1"/>
          </a:solidFill>
          <a:latin typeface="+mn-lt"/>
          <a:ea typeface="+mn-ea"/>
          <a:cs typeface="+mn-cs"/>
        </a:defRPr>
      </a:lvl7pPr>
      <a:lvl8pPr marL="2599690" algn="l" defTabSz="742950" rtl="0" eaLnBrk="1" latinLnBrk="0" hangingPunct="1">
        <a:defRPr sz="1465" kern="1200">
          <a:solidFill>
            <a:schemeClr val="tx1"/>
          </a:solidFill>
          <a:latin typeface="+mn-lt"/>
          <a:ea typeface="+mn-ea"/>
          <a:cs typeface="+mn-cs"/>
        </a:defRPr>
      </a:lvl8pPr>
      <a:lvl9pPr marL="2971165" algn="l" defTabSz="742950" rtl="0" eaLnBrk="1" latinLnBrk="0" hangingPunct="1">
        <a:defRPr sz="146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ru-RU"/>
          </a:p>
        </p:txBody>
      </p:sp>
      <p:sp>
        <p:nvSpPr>
          <p:cNvPr id="4" name="Дата 3"/>
          <p:cNvSpPr>
            <a:spLocks noGrp="1"/>
          </p:cNvSpPr>
          <p:nvPr>
            <p:ph type="dt" sz="half" idx="2"/>
          </p:nvPr>
        </p:nvSpPr>
        <p:spPr>
          <a:xfrm>
            <a:off x="681038" y="6356351"/>
            <a:ext cx="2228850" cy="365125"/>
          </a:xfrm>
          <a:prstGeom prst="rect">
            <a:avLst/>
          </a:prstGeom>
        </p:spPr>
        <p:txBody>
          <a:bodyPr vert="horz" lIns="91440" tIns="45720" rIns="91440" bIns="45720" rtlCol="0" anchor="ctr"/>
          <a:lstStyle>
            <a:lvl1pPr algn="l">
              <a:defRPr sz="975">
                <a:solidFill>
                  <a:schemeClr val="tx1">
                    <a:tint val="75000"/>
                  </a:schemeClr>
                </a:solidFill>
              </a:defRPr>
            </a:lvl1pPr>
          </a:lstStyle>
          <a:p>
            <a:fld id="{C9645CEA-FC87-496D-B07E-B9F4F6C6D042}" type="datetimeFigureOut">
              <a:rPr lang="ru-RU" smtClean="0">
                <a:solidFill>
                  <a:prstClr val="black">
                    <a:tint val="75000"/>
                  </a:prstClr>
                </a:solidFill>
              </a:rPr>
            </a:fld>
            <a:endParaRPr lang="ru-RU">
              <a:solidFill>
                <a:prstClr val="black">
                  <a:tint val="75000"/>
                </a:prstClr>
              </a:solidFill>
            </a:endParaRPr>
          </a:p>
        </p:txBody>
      </p:sp>
      <p:sp>
        <p:nvSpPr>
          <p:cNvPr id="5" name="Нижний колонтитул 4"/>
          <p:cNvSpPr>
            <a:spLocks noGrp="1"/>
          </p:cNvSpPr>
          <p:nvPr>
            <p:ph type="ftr" sz="quarter" idx="3"/>
          </p:nvPr>
        </p:nvSpPr>
        <p:spPr>
          <a:xfrm>
            <a:off x="3281363" y="6356351"/>
            <a:ext cx="3343275" cy="365125"/>
          </a:xfrm>
          <a:prstGeom prst="rect">
            <a:avLst/>
          </a:prstGeom>
        </p:spPr>
        <p:txBody>
          <a:bodyPr vert="horz" lIns="91440" tIns="45720" rIns="91440" bIns="45720" rtlCol="0" anchor="ctr"/>
          <a:lstStyle>
            <a:lvl1pPr algn="ctr">
              <a:defRPr sz="975">
                <a:solidFill>
                  <a:schemeClr val="tx1">
                    <a:tint val="75000"/>
                  </a:schemeClr>
                </a:solidFill>
              </a:defRPr>
            </a:lvl1pPr>
          </a:lstStyle>
          <a:p>
            <a:endParaRPr lang="ru-RU">
              <a:solidFill>
                <a:prstClr val="black">
                  <a:tint val="75000"/>
                </a:prstClr>
              </a:solidFill>
            </a:endParaRPr>
          </a:p>
        </p:txBody>
      </p:sp>
      <p:sp>
        <p:nvSpPr>
          <p:cNvPr id="6" name="Номер слайда 5"/>
          <p:cNvSpPr>
            <a:spLocks noGrp="1"/>
          </p:cNvSpPr>
          <p:nvPr>
            <p:ph type="sldNum" sz="quarter" idx="4"/>
          </p:nvPr>
        </p:nvSpPr>
        <p:spPr>
          <a:xfrm>
            <a:off x="6996113" y="6356351"/>
            <a:ext cx="2228850" cy="365125"/>
          </a:xfrm>
          <a:prstGeom prst="rect">
            <a:avLst/>
          </a:prstGeom>
        </p:spPr>
        <p:txBody>
          <a:bodyPr vert="horz" lIns="91440" tIns="45720" rIns="91440" bIns="45720" rtlCol="0" anchor="ctr"/>
          <a:lstStyle>
            <a:lvl1pPr algn="r">
              <a:defRPr sz="975">
                <a:solidFill>
                  <a:schemeClr val="tx1">
                    <a:tint val="75000"/>
                  </a:schemeClr>
                </a:solidFill>
              </a:defRPr>
            </a:lvl1pPr>
          </a:lstStyle>
          <a:p>
            <a:fld id="{A8D05EF4-6776-4C57-8EF8-D78C31CF823C}" type="slidenum">
              <a:rPr lang="ru-RU" smtClean="0">
                <a:solidFill>
                  <a:prstClr val="black">
                    <a:tint val="75000"/>
                  </a:prstClr>
                </a:solidFill>
              </a:rPr>
            </a:fld>
            <a:endParaRPr lang="ru-RU">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xStyles>
    <p:titleStyle>
      <a:lvl1pPr algn="l" defTabSz="742950" rtl="0" eaLnBrk="1" latinLnBrk="0" hangingPunct="1">
        <a:lnSpc>
          <a:spcPct val="90000"/>
        </a:lnSpc>
        <a:spcBef>
          <a:spcPct val="0"/>
        </a:spcBef>
        <a:buNone/>
        <a:defRPr sz="3575" kern="1200">
          <a:solidFill>
            <a:schemeClr val="tx1"/>
          </a:solidFill>
          <a:latin typeface="+mj-lt"/>
          <a:ea typeface="+mj-ea"/>
          <a:cs typeface="+mj-cs"/>
        </a:defRPr>
      </a:lvl1pPr>
    </p:titleStyle>
    <p:bodyStyle>
      <a:lvl1pPr marL="186055" indent="-186055" algn="l" defTabSz="742950" rtl="0" eaLnBrk="1" latinLnBrk="0" hangingPunct="1">
        <a:lnSpc>
          <a:spcPct val="90000"/>
        </a:lnSpc>
        <a:spcBef>
          <a:spcPts val="815"/>
        </a:spcBef>
        <a:buFont typeface="Arial" panose="020B0604020202020204" pitchFamily="34" charset="0"/>
        <a:buChar char="•"/>
        <a:defRPr sz="2275" kern="1200">
          <a:solidFill>
            <a:schemeClr val="tx1"/>
          </a:solidFill>
          <a:latin typeface="+mn-lt"/>
          <a:ea typeface="+mn-ea"/>
          <a:cs typeface="+mn-cs"/>
        </a:defRPr>
      </a:lvl1pPr>
      <a:lvl2pPr marL="557530" indent="-186055" algn="l" defTabSz="742950" rtl="0" eaLnBrk="1" latinLnBrk="0" hangingPunct="1">
        <a:lnSpc>
          <a:spcPct val="90000"/>
        </a:lnSpc>
        <a:spcBef>
          <a:spcPts val="405"/>
        </a:spcBef>
        <a:buFont typeface="Arial" panose="020B0604020202020204" pitchFamily="34" charset="0"/>
        <a:buChar char="•"/>
        <a:defRPr sz="1950" kern="1200">
          <a:solidFill>
            <a:schemeClr val="tx1"/>
          </a:solidFill>
          <a:latin typeface="+mn-lt"/>
          <a:ea typeface="+mn-ea"/>
          <a:cs typeface="+mn-cs"/>
        </a:defRPr>
      </a:lvl2pPr>
      <a:lvl3pPr marL="929005" indent="-186055" algn="l" defTabSz="742950" rtl="0" eaLnBrk="1" latinLnBrk="0" hangingPunct="1">
        <a:lnSpc>
          <a:spcPct val="90000"/>
        </a:lnSpc>
        <a:spcBef>
          <a:spcPts val="405"/>
        </a:spcBef>
        <a:buFont typeface="Arial" panose="020B0604020202020204" pitchFamily="34" charset="0"/>
        <a:buChar char="•"/>
        <a:defRPr sz="1625" kern="1200">
          <a:solidFill>
            <a:schemeClr val="tx1"/>
          </a:solidFill>
          <a:latin typeface="+mn-lt"/>
          <a:ea typeface="+mn-ea"/>
          <a:cs typeface="+mn-cs"/>
        </a:defRPr>
      </a:lvl3pPr>
      <a:lvl4pPr marL="1300480"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4pPr>
      <a:lvl5pPr marL="1671955"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5pPr>
      <a:lvl6pPr marL="2043430"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6pPr>
      <a:lvl7pPr marL="2414905"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7pPr>
      <a:lvl8pPr marL="2786380"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8pPr>
      <a:lvl9pPr marL="3157855"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9pPr>
    </p:bodyStyle>
    <p:otherStyle>
      <a:defPPr>
        <a:defRPr lang="ru-RU"/>
      </a:defPPr>
      <a:lvl1pPr marL="0" algn="l" defTabSz="742950" rtl="0" eaLnBrk="1" latinLnBrk="0" hangingPunct="1">
        <a:defRPr sz="1465" kern="1200">
          <a:solidFill>
            <a:schemeClr val="tx1"/>
          </a:solidFill>
          <a:latin typeface="+mn-lt"/>
          <a:ea typeface="+mn-ea"/>
          <a:cs typeface="+mn-cs"/>
        </a:defRPr>
      </a:lvl1pPr>
      <a:lvl2pPr marL="371475" algn="l" defTabSz="742950" rtl="0" eaLnBrk="1" latinLnBrk="0" hangingPunct="1">
        <a:defRPr sz="1465" kern="1200">
          <a:solidFill>
            <a:schemeClr val="tx1"/>
          </a:solidFill>
          <a:latin typeface="+mn-lt"/>
          <a:ea typeface="+mn-ea"/>
          <a:cs typeface="+mn-cs"/>
        </a:defRPr>
      </a:lvl2pPr>
      <a:lvl3pPr marL="742950" algn="l" defTabSz="742950" rtl="0" eaLnBrk="1" latinLnBrk="0" hangingPunct="1">
        <a:defRPr sz="1465" kern="1200">
          <a:solidFill>
            <a:schemeClr val="tx1"/>
          </a:solidFill>
          <a:latin typeface="+mn-lt"/>
          <a:ea typeface="+mn-ea"/>
          <a:cs typeface="+mn-cs"/>
        </a:defRPr>
      </a:lvl3pPr>
      <a:lvl4pPr marL="1114425" algn="l" defTabSz="742950" rtl="0" eaLnBrk="1" latinLnBrk="0" hangingPunct="1">
        <a:defRPr sz="1465" kern="1200">
          <a:solidFill>
            <a:schemeClr val="tx1"/>
          </a:solidFill>
          <a:latin typeface="+mn-lt"/>
          <a:ea typeface="+mn-ea"/>
          <a:cs typeface="+mn-cs"/>
        </a:defRPr>
      </a:lvl4pPr>
      <a:lvl5pPr marL="1485900" algn="l" defTabSz="742950" rtl="0" eaLnBrk="1" latinLnBrk="0" hangingPunct="1">
        <a:defRPr sz="1465" kern="1200">
          <a:solidFill>
            <a:schemeClr val="tx1"/>
          </a:solidFill>
          <a:latin typeface="+mn-lt"/>
          <a:ea typeface="+mn-ea"/>
          <a:cs typeface="+mn-cs"/>
        </a:defRPr>
      </a:lvl5pPr>
      <a:lvl6pPr marL="1857375" algn="l" defTabSz="742950" rtl="0" eaLnBrk="1" latinLnBrk="0" hangingPunct="1">
        <a:defRPr sz="1465" kern="1200">
          <a:solidFill>
            <a:schemeClr val="tx1"/>
          </a:solidFill>
          <a:latin typeface="+mn-lt"/>
          <a:ea typeface="+mn-ea"/>
          <a:cs typeface="+mn-cs"/>
        </a:defRPr>
      </a:lvl6pPr>
      <a:lvl7pPr marL="2228850" algn="l" defTabSz="742950" rtl="0" eaLnBrk="1" latinLnBrk="0" hangingPunct="1">
        <a:defRPr sz="1465" kern="1200">
          <a:solidFill>
            <a:schemeClr val="tx1"/>
          </a:solidFill>
          <a:latin typeface="+mn-lt"/>
          <a:ea typeface="+mn-ea"/>
          <a:cs typeface="+mn-cs"/>
        </a:defRPr>
      </a:lvl7pPr>
      <a:lvl8pPr marL="2600325" algn="l" defTabSz="742950" rtl="0" eaLnBrk="1" latinLnBrk="0" hangingPunct="1">
        <a:defRPr sz="1465" kern="1200">
          <a:solidFill>
            <a:schemeClr val="tx1"/>
          </a:solidFill>
          <a:latin typeface="+mn-lt"/>
          <a:ea typeface="+mn-ea"/>
          <a:cs typeface="+mn-cs"/>
        </a:defRPr>
      </a:lvl8pPr>
      <a:lvl9pPr marL="2971800" algn="l" defTabSz="742950" rtl="0" eaLnBrk="1" latinLnBrk="0" hangingPunct="1">
        <a:defRPr sz="14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2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12.jpeg"/><Relationship Id="rId1" Type="http://schemas.openxmlformats.org/officeDocument/2006/relationships/image" Target="../media/image11.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13.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40000"/>
                <a:lumOff val="60000"/>
              </a:schemeClr>
            </a:gs>
            <a:gs pos="100000">
              <a:schemeClr val="accent3"/>
            </a:gs>
          </a:gsLst>
          <a:lin ang="2700000" scaled="1"/>
        </a:gradFill>
        <a:effectLst/>
      </p:bgPr>
    </p:bg>
    <p:spTree>
      <p:nvGrpSpPr>
        <p:cNvPr id="1" name=""/>
        <p:cNvGrpSpPr/>
        <p:nvPr/>
      </p:nvGrpSpPr>
      <p:grpSpPr>
        <a:xfrm>
          <a:off x="0" y="0"/>
          <a:ext cx="0" cy="0"/>
          <a:chOff x="0" y="0"/>
          <a:chExt cx="0" cy="0"/>
        </a:xfrm>
      </p:grpSpPr>
      <p:pic>
        <p:nvPicPr>
          <p:cNvPr id="2" name="Рисунок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51891" y="0"/>
            <a:ext cx="8354109" cy="6858000"/>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spPr>
      </p:pic>
      <p:sp>
        <p:nvSpPr>
          <p:cNvPr id="3" name="Прямоугольник 2"/>
          <p:cNvSpPr/>
          <p:nvPr/>
        </p:nvSpPr>
        <p:spPr>
          <a:xfrm>
            <a:off x="0" y="0"/>
            <a:ext cx="9906000" cy="6858000"/>
          </a:xfrm>
          <a:prstGeom prst="rect">
            <a:avLst/>
          </a:prstGeom>
          <a:gradFill>
            <a:gsLst>
              <a:gs pos="40000">
                <a:schemeClr val="accent3">
                  <a:lumMod val="60000"/>
                  <a:lumOff val="40000"/>
                  <a:alpha val="0"/>
                </a:schemeClr>
              </a:gs>
              <a:gs pos="84000">
                <a:schemeClr val="accent3"/>
              </a:gs>
            </a:gsLst>
            <a:lin ang="10800000" scaled="1"/>
          </a:gra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a:solidFill>
                <a:prstClr val="white"/>
              </a:solidFill>
            </a:endParaRPr>
          </a:p>
        </p:txBody>
      </p:sp>
      <p:sp>
        <p:nvSpPr>
          <p:cNvPr id="11" name="TextBox 10"/>
          <p:cNvSpPr txBox="1"/>
          <p:nvPr/>
        </p:nvSpPr>
        <p:spPr>
          <a:xfrm>
            <a:off x="620395" y="2037715"/>
            <a:ext cx="4739640" cy="2727325"/>
          </a:xfrm>
          <a:prstGeom prst="rect">
            <a:avLst/>
          </a:prstGeom>
          <a:noFill/>
          <a:ln>
            <a:noFill/>
          </a:ln>
        </p:spPr>
        <p:txBody>
          <a:bodyPr wrap="square" lIns="74295" tIns="37148" rIns="74295" bIns="37148" rtlCol="0">
            <a:noAutofit/>
          </a:bodyPr>
          <a:lstStyle/>
          <a:p>
            <a:pPr defTabSz="742950"/>
            <a:r>
              <a:rPr lang="en-US" altLang="ru-RU" sz="4875" b="1" dirty="0">
                <a:solidFill>
                  <a:prstClr val="white"/>
                </a:solidFill>
                <a:ea typeface="Roboto Condensed" panose="02000000000000000000" pitchFamily="2" charset="0"/>
                <a:cs typeface="Times New Roman" panose="02020603050405020304" pitchFamily="18" charset="0"/>
              </a:rPr>
              <a:t>Ion engine - engine of the future</a:t>
            </a:r>
            <a:endParaRPr lang="en-US" altLang="ru-RU" sz="4875" b="1" dirty="0">
              <a:solidFill>
                <a:prstClr val="white"/>
              </a:solidFill>
              <a:ea typeface="Roboto Condensed" panose="02000000000000000000" pitchFamily="2" charset="0"/>
              <a:cs typeface="Times New Roman" panose="02020603050405020304" pitchFamily="18" charset="0"/>
            </a:endParaRPr>
          </a:p>
        </p:txBody>
      </p:sp>
    </p:spTree>
  </p:cSld>
  <p:clrMapOvr>
    <a:masterClrMapping/>
  </p:clrMapOvr>
  <p:transition spd="slow">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Скругленный прямоугольник 3"/>
          <p:cNvSpPr/>
          <p:nvPr/>
        </p:nvSpPr>
        <p:spPr>
          <a:xfrm>
            <a:off x="1" y="0"/>
            <a:ext cx="9905999" cy="6856473"/>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a:solidFill>
                <a:prstClr val="white"/>
              </a:solidFill>
            </a:endParaRPr>
          </a:p>
        </p:txBody>
      </p:sp>
      <p:sp>
        <p:nvSpPr>
          <p:cNvPr id="5" name="Скругленный прямоугольник 4"/>
          <p:cNvSpPr/>
          <p:nvPr/>
        </p:nvSpPr>
        <p:spPr>
          <a:xfrm>
            <a:off x="0" y="0"/>
            <a:ext cx="9905999" cy="6856473"/>
          </a:xfrm>
          <a:prstGeom prst="roundRect">
            <a:avLst>
              <a:gd name="adj" fmla="val 4715"/>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ctr">
              <a:lnSpc>
                <a:spcPct val="40000"/>
              </a:lnSpc>
              <a:buFont typeface="+mj-lt"/>
              <a:buNone/>
            </a:pPr>
            <a:r>
              <a:rPr lang="" alt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1</a:t>
            </a:r>
            <a:r>
              <a:rPr lang="en-US" altLang=""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t>
            </a:r>
            <a:r>
              <a:rPr lang="en-US" alt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Annotation</a:t>
            </a: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font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font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font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font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font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font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algn="ctr" fontAlgn="ctr"/>
            <a:endParaRPr lang="en-US" sz="1465" dirty="0">
              <a:ln w="0"/>
              <a:solidFill>
                <a:srgbClr val="5B9BD5"/>
              </a:solidFill>
              <a:effectLst>
                <a:outerShdw blurRad="38100" dist="25400" dir="5400000" algn="ctr" rotWithShape="0">
                  <a:srgbClr val="6E747A">
                    <a:alpha val="43000"/>
                  </a:srgbClr>
                </a:outerShdw>
              </a:effectLst>
            </a:endParaRPr>
          </a:p>
          <a:p>
            <a:pPr algn="ctr" fontAlgn="ctr"/>
            <a:endParaRPr lang="en-US" sz="1465" dirty="0">
              <a:ln w="0"/>
              <a:solidFill>
                <a:srgbClr val="5B9BD5"/>
              </a:solidFill>
              <a:effectLst>
                <a:outerShdw blurRad="38100" dist="25400" dir="5400000" algn="ctr" rotWithShape="0">
                  <a:srgbClr val="6E747A">
                    <a:alpha val="43000"/>
                  </a:srgbClr>
                </a:outerShdw>
              </a:effectLst>
            </a:endParaRPr>
          </a:p>
          <a:p>
            <a:pPr algn="ctr" fontAlgn="ctr"/>
            <a:endParaRPr lang="en-US" sz="1465" dirty="0">
              <a:ln w="0"/>
              <a:solidFill>
                <a:srgbClr val="5B9BD5"/>
              </a:solidFill>
              <a:effectLst>
                <a:outerShdw blurRad="38100" dist="25400" dir="5400000" algn="ctr" rotWithShape="0">
                  <a:srgbClr val="6E747A">
                    <a:alpha val="43000"/>
                  </a:srgbClr>
                </a:outerShdw>
              </a:effectLst>
            </a:endParaRPr>
          </a:p>
          <a:p>
            <a:pPr algn="ctr" fontAlgn="ctr"/>
            <a:endParaRPr lang="en-US" sz="1465" dirty="0">
              <a:ln w="0"/>
              <a:solidFill>
                <a:srgbClr val="5B9BD5"/>
              </a:solidFill>
              <a:effectLst>
                <a:outerShdw blurRad="38100" dist="25400" dir="5400000" algn="ctr" rotWithShape="0">
                  <a:srgbClr val="6E747A">
                    <a:alpha val="43000"/>
                  </a:srgbClr>
                </a:outerShdw>
              </a:effectLst>
            </a:endParaRPr>
          </a:p>
          <a:p>
            <a:pPr algn="ctr" fontAlgn="ctr"/>
            <a:endParaRPr lang="en-US" sz="1465" dirty="0">
              <a:ln w="0"/>
              <a:solidFill>
                <a:srgbClr val="5B9BD5"/>
              </a:solidFill>
              <a:effectLst>
                <a:outerShdw blurRad="38100" dist="25400" dir="5400000" algn="ctr" rotWithShape="0">
                  <a:srgbClr val="6E747A">
                    <a:alpha val="43000"/>
                  </a:srgbClr>
                </a:outerShdw>
              </a:effectLst>
            </a:endParaRPr>
          </a:p>
          <a:p>
            <a:pPr algn="ctr" fontAlgn="ctr"/>
            <a:endParaRPr lang="en-US" sz="1465" dirty="0">
              <a:ln w="0"/>
              <a:solidFill>
                <a:srgbClr val="5B9BD5"/>
              </a:solidFill>
              <a:effectLst>
                <a:outerShdw blurRad="38100" dist="25400" dir="5400000" algn="ctr" rotWithShape="0">
                  <a:srgbClr val="6E747A">
                    <a:alpha val="43000"/>
                  </a:srgbClr>
                </a:outerShdw>
              </a:effectLst>
            </a:endParaRPr>
          </a:p>
          <a:p>
            <a:pPr algn="ctr" fontAlgn="ctr"/>
            <a:endParaRPr lang="en-US" sz="1465" dirty="0">
              <a:ln w="0"/>
              <a:solidFill>
                <a:srgbClr val="5B9BD5"/>
              </a:solidFill>
              <a:effectLst>
                <a:outerShdw blurRad="38100" dist="25400" dir="5400000" algn="ctr" rotWithShape="0">
                  <a:srgbClr val="6E747A">
                    <a:alpha val="43000"/>
                  </a:srgbClr>
                </a:outerShdw>
              </a:effectLst>
            </a:endParaRPr>
          </a:p>
          <a:p>
            <a:pPr algn="ctr" fontAlgn="ctr"/>
            <a:endParaRPr lang="en-US" sz="1465" dirty="0">
              <a:ln w="0"/>
              <a:solidFill>
                <a:srgbClr val="5B9BD5"/>
              </a:solidFill>
              <a:effectLst>
                <a:outerShdw blurRad="38100" dist="25400" dir="5400000" algn="ctr" rotWithShape="0">
                  <a:srgbClr val="6E747A">
                    <a:alpha val="43000"/>
                  </a:srgbClr>
                </a:outerShdw>
              </a:effectLst>
            </a:endParaRPr>
          </a:p>
          <a:p>
            <a:pPr algn="ctr" fontAlgn="ctr"/>
            <a:endParaRPr lang="en-US" sz="1465" dirty="0">
              <a:ln w="0"/>
              <a:solidFill>
                <a:srgbClr val="5B9BD5"/>
              </a:solidFill>
              <a:effectLst>
                <a:outerShdw blurRad="38100" dist="25400" dir="5400000" algn="ctr" rotWithShape="0">
                  <a:srgbClr val="6E747A">
                    <a:alpha val="43000"/>
                  </a:srgbClr>
                </a:outerShdw>
              </a:effectLst>
            </a:endParaRPr>
          </a:p>
          <a:p>
            <a:pPr algn="ctr" fontAlgn="ctr"/>
            <a:endParaRPr lang="en-US" sz="1465" dirty="0">
              <a:ln w="0"/>
              <a:solidFill>
                <a:srgbClr val="5B9BD5"/>
              </a:solidFill>
              <a:effectLst>
                <a:outerShdw blurRad="38100" dist="25400" dir="5400000" algn="ctr" rotWithShape="0">
                  <a:srgbClr val="6E747A">
                    <a:alpha val="43000"/>
                  </a:srgbClr>
                </a:outerShdw>
              </a:effectLst>
            </a:endParaRPr>
          </a:p>
          <a:p>
            <a:pPr algn="ctr" fontAlgn="ctr"/>
            <a:endParaRPr lang="en-US" sz="1465" dirty="0">
              <a:ln w="0"/>
              <a:solidFill>
                <a:srgbClr val="5B9BD5"/>
              </a:solidFill>
              <a:effectLst>
                <a:outerShdw blurRad="38100" dist="25400" dir="5400000" algn="ctr" rotWithShape="0">
                  <a:srgbClr val="6E747A">
                    <a:alpha val="43000"/>
                  </a:srgbClr>
                </a:outerShdw>
              </a:effectLst>
            </a:endParaRPr>
          </a:p>
          <a:p>
            <a:pPr algn="ctr" fontAlgn="ctr"/>
            <a:endParaRPr lang="en-US" sz="1465" dirty="0">
              <a:ln w="0"/>
              <a:solidFill>
                <a:srgbClr val="5B9BD5"/>
              </a:solidFill>
              <a:effectLst>
                <a:outerShdw blurRad="38100" dist="25400" dir="5400000" algn="ctr" rotWithShape="0">
                  <a:srgbClr val="6E747A">
                    <a:alpha val="43000"/>
                  </a:srgbClr>
                </a:outerShdw>
              </a:effectLst>
            </a:endParaRPr>
          </a:p>
          <a:p>
            <a:pPr algn="ctr" fontAlgn="ctr"/>
            <a:endParaRPr lang="en-US" sz="1465" dirty="0">
              <a:ln w="0"/>
              <a:solidFill>
                <a:srgbClr val="5B9BD5"/>
              </a:solidFill>
              <a:effectLst>
                <a:outerShdw blurRad="38100" dist="25400" dir="5400000" algn="ctr" rotWithShape="0">
                  <a:srgbClr val="6E747A">
                    <a:alpha val="43000"/>
                  </a:srgbClr>
                </a:outerShdw>
              </a:effectLst>
            </a:endParaRPr>
          </a:p>
          <a:p>
            <a:pPr algn="ctr"/>
            <a:endParaRPr lang="en-US" sz="1465" dirty="0">
              <a:ln w="0"/>
              <a:solidFill>
                <a:srgbClr val="5B9BD5"/>
              </a:solidFill>
              <a:effectLst>
                <a:outerShdw blurRad="38100" dist="25400" dir="5400000" algn="ctr" rotWithShape="0">
                  <a:srgbClr val="6E747A">
                    <a:alpha val="43000"/>
                  </a:srgbClr>
                </a:outerShdw>
              </a:effectLst>
            </a:endParaRPr>
          </a:p>
        </p:txBody>
      </p:sp>
      <p:sp>
        <p:nvSpPr>
          <p:cNvPr id="6" name="Прямоугольник с двумя скругленными соседними углами 5"/>
          <p:cNvSpPr/>
          <p:nvPr/>
        </p:nvSpPr>
        <p:spPr>
          <a:xfrm rot="10800000">
            <a:off x="-2" y="528319"/>
            <a:ext cx="9905999" cy="6328153"/>
          </a:xfrm>
          <a:prstGeom prst="round2SameRect">
            <a:avLst>
              <a:gd name="adj1" fmla="val 4863"/>
              <a:gd name="adj2" fmla="val 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dirty="0">
              <a:ln w="0"/>
              <a:solidFill>
                <a:prstClr val="black"/>
              </a:solidFill>
              <a:effectLst>
                <a:outerShdw blurRad="38100" dist="19050" dir="2700000" algn="tl" rotWithShape="0">
                  <a:prstClr val="black">
                    <a:alpha val="40000"/>
                  </a:prstClr>
                </a:outerShdw>
              </a:effectLst>
            </a:endParaRPr>
          </a:p>
        </p:txBody>
      </p:sp>
      <p:sp>
        <p:nvSpPr>
          <p:cNvPr id="7" name="Прямоугольник 6"/>
          <p:cNvSpPr/>
          <p:nvPr/>
        </p:nvSpPr>
        <p:spPr>
          <a:xfrm>
            <a:off x="127000" y="1998980"/>
            <a:ext cx="8076565" cy="33877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ru-RU" b="1" dirty="0" smtClean="0">
                <a:solidFill>
                  <a:schemeClr val="tx1"/>
                </a:solidFill>
                <a:latin typeface="Times New Roman" panose="02020603050405020304" pitchFamily="18" charset="0"/>
                <a:cs typeface="Times New Roman" panose="02020603050405020304" pitchFamily="18" charset="0"/>
              </a:rPr>
              <a:t>Relevance of the work:</a:t>
            </a:r>
            <a:r>
              <a:rPr lang="en-US" altLang="ru-RU" dirty="0" smtClean="0">
                <a:solidFill>
                  <a:schemeClr val="tx1"/>
                </a:solidFill>
                <a:latin typeface="Times New Roman" panose="02020603050405020304" pitchFamily="18" charset="0"/>
                <a:cs typeface="Times New Roman" panose="02020603050405020304" pitchFamily="18" charset="0"/>
              </a:rPr>
              <a:t>Ion engines are a next-generation technology that can deliver spacecraft over long distances with high efficiency using a small amount of fuel. These engines play an important role in spacecraft control, research missions, and space debris removal.</a:t>
            </a:r>
            <a:endParaRPr lang="en-US" altLang="ru-RU" dirty="0" smtClean="0">
              <a:solidFill>
                <a:schemeClr val="tx1"/>
              </a:solidFill>
              <a:latin typeface="Times New Roman" panose="02020603050405020304" pitchFamily="18" charset="0"/>
              <a:cs typeface="Times New Roman" panose="02020603050405020304" pitchFamily="18" charset="0"/>
            </a:endParaRPr>
          </a:p>
          <a:p>
            <a:pPr algn="just"/>
            <a:r>
              <a:rPr lang="en-US" altLang="ru-RU" b="1" dirty="0" smtClean="0">
                <a:solidFill>
                  <a:schemeClr val="tx1"/>
                </a:solidFill>
                <a:latin typeface="Times New Roman" panose="02020603050405020304" pitchFamily="18" charset="0"/>
                <a:cs typeface="Times New Roman" panose="02020603050405020304" pitchFamily="18" charset="0"/>
              </a:rPr>
              <a:t>Objective:</a:t>
            </a:r>
            <a:r>
              <a:rPr lang="en-US" altLang="ru-RU" dirty="0" smtClean="0">
                <a:solidFill>
                  <a:schemeClr val="tx1"/>
                </a:solidFill>
                <a:latin typeface="Times New Roman" panose="02020603050405020304" pitchFamily="18" charset="0"/>
                <a:cs typeface="Times New Roman" panose="02020603050405020304" pitchFamily="18" charset="0"/>
              </a:rPr>
              <a:t>To study the working principle of an ion engine and to construct a simple working model.</a:t>
            </a:r>
            <a:endParaRPr lang="en-US" altLang="ru-RU" dirty="0" smtClean="0">
              <a:solidFill>
                <a:schemeClr val="tx1"/>
              </a:solidFill>
              <a:latin typeface="Times New Roman" panose="02020603050405020304" pitchFamily="18" charset="0"/>
              <a:cs typeface="Times New Roman" panose="02020603050405020304" pitchFamily="18" charset="0"/>
            </a:endParaRPr>
          </a:p>
          <a:p>
            <a:pPr algn="just"/>
            <a:r>
              <a:rPr lang="en-US" altLang="ru-RU" b="1" dirty="0" smtClean="0">
                <a:solidFill>
                  <a:schemeClr val="tx1"/>
                </a:solidFill>
                <a:latin typeface="Times New Roman" panose="02020603050405020304" pitchFamily="18" charset="0"/>
                <a:cs typeface="Times New Roman" panose="02020603050405020304" pitchFamily="18" charset="0"/>
              </a:rPr>
              <a:t>Hypothesis:</a:t>
            </a:r>
            <a:r>
              <a:rPr lang="en-US" altLang="ru-RU" dirty="0" smtClean="0">
                <a:solidFill>
                  <a:schemeClr val="tx1"/>
                </a:solidFill>
                <a:latin typeface="Times New Roman" panose="02020603050405020304" pitchFamily="18" charset="0"/>
                <a:cs typeface="Times New Roman" panose="02020603050405020304" pitchFamily="18" charset="0"/>
              </a:rPr>
              <a:t>If a gas is ionized and the ions are accelerated by an electric field, they can generate thrust and provide motion.</a:t>
            </a:r>
            <a:endParaRPr lang="en-US" altLang="ru-RU" dirty="0" smtClean="0">
              <a:solidFill>
                <a:schemeClr val="tx1"/>
              </a:solidFill>
              <a:latin typeface="Times New Roman" panose="02020603050405020304" pitchFamily="18" charset="0"/>
              <a:cs typeface="Times New Roman" panose="02020603050405020304" pitchFamily="18" charset="0"/>
            </a:endParaRPr>
          </a:p>
          <a:p>
            <a:pPr algn="just"/>
            <a:r>
              <a:rPr lang="en-US" altLang="ru-RU" b="1" dirty="0" smtClean="0">
                <a:solidFill>
                  <a:schemeClr val="tx1"/>
                </a:solidFill>
                <a:latin typeface="Times New Roman" panose="02020603050405020304" pitchFamily="18" charset="0"/>
                <a:cs typeface="Times New Roman" panose="02020603050405020304" pitchFamily="18" charset="0"/>
              </a:rPr>
              <a:t>Research stages:</a:t>
            </a:r>
            <a:endParaRPr lang="en-US" altLang="ru-RU" b="1" dirty="0" smtClean="0">
              <a:solidFill>
                <a:schemeClr val="tx1"/>
              </a:solidFill>
              <a:latin typeface="Times New Roman" panose="02020603050405020304" pitchFamily="18" charset="0"/>
              <a:cs typeface="Times New Roman" panose="02020603050405020304" pitchFamily="18" charset="0"/>
            </a:endParaRPr>
          </a:p>
          <a:p>
            <a:pPr algn="just"/>
            <a:r>
              <a:rPr lang="en-US" altLang="ru-RU" dirty="0" smtClean="0">
                <a:solidFill>
                  <a:schemeClr val="tx1"/>
                </a:solidFill>
                <a:latin typeface="Times New Roman" panose="02020603050405020304" pitchFamily="18" charset="0"/>
                <a:cs typeface="Times New Roman" panose="02020603050405020304" pitchFamily="18" charset="0"/>
              </a:rPr>
              <a:t>Collecting theoretical knowledge</a:t>
            </a:r>
            <a:endParaRPr lang="en-US" altLang="ru-RU" dirty="0" smtClean="0">
              <a:solidFill>
                <a:schemeClr val="tx1"/>
              </a:solidFill>
              <a:latin typeface="Times New Roman" panose="02020603050405020304" pitchFamily="18" charset="0"/>
              <a:cs typeface="Times New Roman" panose="02020603050405020304" pitchFamily="18" charset="0"/>
            </a:endParaRPr>
          </a:p>
          <a:p>
            <a:pPr algn="just"/>
            <a:r>
              <a:rPr lang="en-US" altLang="ru-RU" dirty="0" smtClean="0">
                <a:solidFill>
                  <a:schemeClr val="tx1"/>
                </a:solidFill>
                <a:latin typeface="Times New Roman" panose="02020603050405020304" pitchFamily="18" charset="0"/>
                <a:cs typeface="Times New Roman" panose="02020603050405020304" pitchFamily="18" charset="0"/>
              </a:rPr>
              <a:t>Working with information sources</a:t>
            </a:r>
            <a:endParaRPr lang="en-US" altLang="ru-RU" dirty="0" smtClean="0">
              <a:solidFill>
                <a:schemeClr val="tx1"/>
              </a:solidFill>
              <a:latin typeface="Times New Roman" panose="02020603050405020304" pitchFamily="18" charset="0"/>
              <a:cs typeface="Times New Roman" panose="02020603050405020304" pitchFamily="18" charset="0"/>
            </a:endParaRPr>
          </a:p>
          <a:p>
            <a:pPr algn="just"/>
            <a:r>
              <a:rPr lang="en-US" altLang="ru-RU" dirty="0" smtClean="0">
                <a:solidFill>
                  <a:schemeClr val="tx1"/>
                </a:solidFill>
                <a:latin typeface="Times New Roman" panose="02020603050405020304" pitchFamily="18" charset="0"/>
                <a:cs typeface="Times New Roman" panose="02020603050405020304" pitchFamily="18" charset="0"/>
              </a:rPr>
              <a:t>Building a model and conducting experiments</a:t>
            </a:r>
            <a:endParaRPr lang="en-US" altLang="ru-RU" dirty="0" smtClean="0">
              <a:solidFill>
                <a:schemeClr val="tx1"/>
              </a:solidFill>
              <a:latin typeface="Times New Roman" panose="02020603050405020304" pitchFamily="18" charset="0"/>
              <a:cs typeface="Times New Roman" panose="02020603050405020304" pitchFamily="18" charset="0"/>
            </a:endParaRPr>
          </a:p>
          <a:p>
            <a:pPr algn="just"/>
            <a:r>
              <a:rPr lang="en-US" altLang="ru-RU" dirty="0" smtClean="0">
                <a:solidFill>
                  <a:schemeClr val="tx1"/>
                </a:solidFill>
                <a:latin typeface="Times New Roman" panose="02020603050405020304" pitchFamily="18" charset="0"/>
                <a:cs typeface="Times New Roman" panose="02020603050405020304" pitchFamily="18" charset="0"/>
              </a:rPr>
              <a:t>Analyzing results and drawing conclusions</a:t>
            </a:r>
            <a:endParaRPr lang="en-US" altLang="ru-RU" dirty="0" smtClean="0">
              <a:solidFill>
                <a:schemeClr val="tx1"/>
              </a:solidFill>
              <a:latin typeface="Times New Roman" panose="02020603050405020304" pitchFamily="18" charset="0"/>
              <a:cs typeface="Times New Roman" panose="02020603050405020304" pitchFamily="18" charset="0"/>
            </a:endParaRPr>
          </a:p>
          <a:p>
            <a:pPr algn="just"/>
            <a:r>
              <a:rPr lang="en-US" altLang="ru-RU" b="1" dirty="0" smtClean="0">
                <a:solidFill>
                  <a:schemeClr val="tx1"/>
                </a:solidFill>
                <a:latin typeface="Times New Roman" panose="02020603050405020304" pitchFamily="18" charset="0"/>
                <a:cs typeface="Times New Roman" panose="02020603050405020304" pitchFamily="18" charset="0"/>
              </a:rPr>
              <a:t>Methods:</a:t>
            </a:r>
            <a:r>
              <a:rPr lang="en-US" altLang="ru-RU" dirty="0" smtClean="0">
                <a:solidFill>
                  <a:schemeClr val="tx1"/>
                </a:solidFill>
                <a:latin typeface="Times New Roman" panose="02020603050405020304" pitchFamily="18" charset="0"/>
                <a:cs typeface="Times New Roman" panose="02020603050405020304" pitchFamily="18" charset="0"/>
              </a:rPr>
              <a:t>Working with scientific sources, conducting experiments, comparing results.</a:t>
            </a:r>
            <a:endParaRPr lang="en-US" altLang="ru-RU" dirty="0" smtClean="0">
              <a:solidFill>
                <a:schemeClr val="tx1"/>
              </a:solidFill>
              <a:latin typeface="Times New Roman" panose="02020603050405020304" pitchFamily="18" charset="0"/>
              <a:cs typeface="Times New Roman" panose="02020603050405020304" pitchFamily="18" charset="0"/>
            </a:endParaRPr>
          </a:p>
          <a:p>
            <a:pPr algn="just"/>
            <a:r>
              <a:rPr lang="en-US" altLang="ru-RU" b="1" dirty="0" smtClean="0">
                <a:solidFill>
                  <a:schemeClr val="tx1"/>
                </a:solidFill>
                <a:latin typeface="Times New Roman" panose="02020603050405020304" pitchFamily="18" charset="0"/>
                <a:cs typeface="Times New Roman" panose="02020603050405020304" pitchFamily="18" charset="0"/>
              </a:rPr>
              <a:t>Novelty:</a:t>
            </a:r>
            <a:r>
              <a:rPr lang="en-US" altLang="ru-RU" dirty="0" smtClean="0">
                <a:solidFill>
                  <a:schemeClr val="tx1"/>
                </a:solidFill>
                <a:latin typeface="Times New Roman" panose="02020603050405020304" pitchFamily="18" charset="0"/>
                <a:cs typeface="Times New Roman" panose="02020603050405020304" pitchFamily="18" charset="0"/>
              </a:rPr>
              <a:t>During the project, a working model of an ion engine was created, and its principle was demonstrated experimentally. This model helps students understand modern technology.</a:t>
            </a:r>
            <a:endParaRPr lang="en-US" altLang="ru-RU" dirty="0" smtClean="0">
              <a:solidFill>
                <a:schemeClr val="tx1"/>
              </a:solidFill>
              <a:latin typeface="Times New Roman" panose="02020603050405020304" pitchFamily="18" charset="0"/>
              <a:cs typeface="Times New Roman" panose="02020603050405020304" pitchFamily="18" charset="0"/>
            </a:endParaRPr>
          </a:p>
          <a:p>
            <a:pPr algn="just"/>
            <a:r>
              <a:rPr lang="en-US" altLang="ru-RU" b="1" dirty="0" smtClean="0">
                <a:solidFill>
                  <a:schemeClr val="tx1"/>
                </a:solidFill>
                <a:latin typeface="Times New Roman" panose="02020603050405020304" pitchFamily="18" charset="0"/>
                <a:cs typeface="Times New Roman" panose="02020603050405020304" pitchFamily="18" charset="0"/>
              </a:rPr>
              <a:t>Results and conclusion:</a:t>
            </a:r>
            <a:r>
              <a:rPr lang="en-US" altLang="ru-RU" dirty="0" smtClean="0">
                <a:solidFill>
                  <a:schemeClr val="tx1"/>
                </a:solidFill>
                <a:latin typeface="Times New Roman" panose="02020603050405020304" pitchFamily="18" charset="0"/>
                <a:cs typeface="Times New Roman" panose="02020603050405020304" pitchFamily="18" charset="0"/>
              </a:rPr>
              <a:t>The model proved that the engine operates through gas ionization and ion acceleration. Ion engines use fuel efficiently and are highly suitable for long-term space missions. The project results can be applied in physics lessons and study clubs.</a:t>
            </a:r>
            <a:endParaRPr lang="en-US" altLang="ru-RU" dirty="0" smtClean="0">
              <a:solidFill>
                <a:schemeClr val="tx1"/>
              </a:solidFill>
              <a:latin typeface="Times New Roman" panose="02020603050405020304" pitchFamily="18" charset="0"/>
              <a:cs typeface="Times New Roman" panose="02020603050405020304" pitchFamily="18" charset="0"/>
            </a:endParaRPr>
          </a:p>
          <a:p>
            <a:pPr algn="just"/>
            <a:endParaRPr lang="en-US" altLang="ru-RU" dirty="0"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Скругленный прямоугольник 3"/>
          <p:cNvSpPr/>
          <p:nvPr/>
        </p:nvSpPr>
        <p:spPr>
          <a:xfrm>
            <a:off x="1" y="0"/>
            <a:ext cx="9905999" cy="6856473"/>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a:solidFill>
                <a:prstClr val="white"/>
              </a:solidFill>
            </a:endParaRPr>
          </a:p>
        </p:txBody>
      </p:sp>
      <p:sp>
        <p:nvSpPr>
          <p:cNvPr id="5" name="Скругленный прямоугольник 4"/>
          <p:cNvSpPr/>
          <p:nvPr/>
        </p:nvSpPr>
        <p:spPr>
          <a:xfrm>
            <a:off x="0" y="0"/>
            <a:ext cx="9905999" cy="6856473"/>
          </a:xfrm>
          <a:prstGeom prst="roundRect">
            <a:avLst>
              <a:gd name="adj" fmla="val 4715"/>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algn="ctr" eaLnBrk="0" fontAlgn="base" hangingPunct="0">
              <a:spcBef>
                <a:spcPct val="0"/>
              </a:spcBef>
              <a:spcAft>
                <a:spcPct val="0"/>
              </a:spcAft>
            </a:pPr>
            <a:r>
              <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2</a:t>
            </a:r>
            <a:r>
              <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t>
            </a:r>
            <a:r>
              <a:rPr lang="en-US" sz="2800" b="1" dirty="0" smtClean="0">
                <a:solidFill>
                  <a:schemeClr val="bg1"/>
                </a:solidFill>
                <a:latin typeface="Times New Roman" panose="02020603050405020304" pitchFamily="18" charset="0"/>
                <a:cs typeface="Times New Roman" panose="02020603050405020304" pitchFamily="18" charset="0"/>
              </a:rPr>
              <a:t> Practic Part</a:t>
            </a:r>
            <a:endParaRPr lang="ru-RU" sz="2800" dirty="0" smtClean="0">
              <a:solidFill>
                <a:schemeClr val="bg1"/>
              </a:solidFill>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endPar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p:txBody>
      </p:sp>
      <p:sp>
        <p:nvSpPr>
          <p:cNvPr id="6" name="Прямоугольник с двумя скругленными соседними углами 5"/>
          <p:cNvSpPr/>
          <p:nvPr/>
        </p:nvSpPr>
        <p:spPr>
          <a:xfrm rot="10800000">
            <a:off x="-1" y="644836"/>
            <a:ext cx="9905999" cy="6211637"/>
          </a:xfrm>
          <a:prstGeom prst="round2SameRect">
            <a:avLst>
              <a:gd name="adj1" fmla="val 4863"/>
              <a:gd name="adj2" fmla="val 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dirty="0">
              <a:ln w="0"/>
              <a:solidFill>
                <a:prstClr val="black"/>
              </a:solidFill>
              <a:effectLst>
                <a:outerShdw blurRad="38100" dist="19050" dir="2700000" algn="tl" rotWithShape="0">
                  <a:prstClr val="black">
                    <a:alpha val="40000"/>
                  </a:prstClr>
                </a:outerShdw>
              </a:effectLst>
            </a:endParaRPr>
          </a:p>
        </p:txBody>
      </p:sp>
      <p:sp>
        <p:nvSpPr>
          <p:cNvPr id="7" name="Прямоугольник 6"/>
          <p:cNvSpPr/>
          <p:nvPr/>
        </p:nvSpPr>
        <p:spPr>
          <a:xfrm>
            <a:off x="37923" y="527204"/>
            <a:ext cx="9830150" cy="4017641"/>
          </a:xfrm>
          <a:prstGeom prst="rect">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ru-RU" dirty="0" smtClean="0">
                <a:solidFill>
                  <a:schemeClr val="tx1"/>
                </a:solidFill>
                <a:latin typeface="Times New Roman" panose="02020603050405020304" pitchFamily="18" charset="0"/>
                <a:cs typeface="Times New Roman" panose="02020603050405020304" pitchFamily="18" charset="0"/>
              </a:rPr>
              <a:t>To build a model of an ion engine, the following main components are required:</a:t>
            </a:r>
            <a:endParaRPr lang="en-US" altLang="ru-RU" dirty="0" smtClean="0">
              <a:solidFill>
                <a:schemeClr val="tx1"/>
              </a:solidFill>
              <a:latin typeface="Times New Roman" panose="02020603050405020304" pitchFamily="18" charset="0"/>
              <a:cs typeface="Times New Roman" panose="02020603050405020304" pitchFamily="18" charset="0"/>
            </a:endParaRPr>
          </a:p>
          <a:p>
            <a:endParaRPr lang="en-US" dirty="0" smtClean="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smtClean="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smtClean="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smtClean="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smtClean="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smtClean="0">
              <a:solidFill>
                <a:schemeClr val="tx1"/>
              </a:solidFill>
              <a:latin typeface="Times New Roman" panose="02020603050405020304" pitchFamily="18" charset="0"/>
              <a:cs typeface="Times New Roman" panose="02020603050405020304" pitchFamily="18" charset="0"/>
            </a:endParaRPr>
          </a:p>
          <a:p>
            <a:endParaRPr lang="en-US" dirty="0" smtClean="0">
              <a:solidFill>
                <a:schemeClr val="tx1"/>
              </a:solidFill>
              <a:latin typeface="Times New Roman" panose="02020603050405020304" pitchFamily="18" charset="0"/>
              <a:cs typeface="Times New Roman" panose="02020603050405020304" pitchFamily="18" charset="0"/>
            </a:endParaRPr>
          </a:p>
          <a:p>
            <a:r>
              <a:rPr lang="en-US" dirty="0" smtClean="0">
                <a:solidFill>
                  <a:schemeClr val="tx1"/>
                </a:solidFill>
                <a:latin typeface="Times New Roman" panose="02020603050405020304" pitchFamily="18" charset="0"/>
                <a:cs typeface="Times New Roman" panose="02020603050405020304" pitchFamily="18" charset="0"/>
              </a:rPr>
              <a:t>Қажетті компоненттердің барлық бағасы 2000 теңгені құрайды.</a:t>
            </a:r>
            <a:endParaRPr lang="ru-RU" dirty="0">
              <a:solidFill>
                <a:schemeClr val="tx1"/>
              </a:solidFill>
              <a:latin typeface="Times New Roman" panose="02020603050405020304" pitchFamily="18" charset="0"/>
              <a:cs typeface="Times New Roman" panose="02020603050405020304" pitchFamily="18" charset="0"/>
            </a:endParaRPr>
          </a:p>
        </p:txBody>
      </p:sp>
      <p:sp>
        <p:nvSpPr>
          <p:cNvPr id="20" name="Прямоугольник 19"/>
          <p:cNvSpPr/>
          <p:nvPr/>
        </p:nvSpPr>
        <p:spPr>
          <a:xfrm>
            <a:off x="81216" y="4588185"/>
            <a:ext cx="9782340" cy="636759"/>
          </a:xfrm>
          <a:prstGeom prst="rect">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smtClean="0">
                <a:solidFill>
                  <a:schemeClr val="tx1"/>
                </a:solidFill>
                <a:latin typeface="Times New Roman" panose="02020603050405020304" pitchFamily="18" charset="0"/>
                <a:cs typeface="Times New Roman" panose="02020603050405020304" pitchFamily="18" charset="0"/>
              </a:rPr>
              <a:t>Осы компоненттерді бағасына қызықсаңыз тексеріп көру ретінде асытндағы </a:t>
            </a:r>
            <a:r>
              <a:rPr lang="en-US" dirty="0" smtClean="0">
                <a:solidFill>
                  <a:schemeClr val="tx1"/>
                </a:solidFill>
                <a:latin typeface="Times New Roman" panose="02020603050405020304" pitchFamily="18" charset="0"/>
                <a:cs typeface="Times New Roman" panose="02020603050405020304" pitchFamily="18" charset="0"/>
              </a:rPr>
              <a:t>QR-</a:t>
            </a:r>
            <a:r>
              <a:rPr lang="en-US" dirty="0" smtClean="0">
                <a:solidFill>
                  <a:schemeClr val="tx1"/>
                </a:solidFill>
                <a:latin typeface="Times New Roman" panose="02020603050405020304" pitchFamily="18" charset="0"/>
                <a:cs typeface="Times New Roman" panose="02020603050405020304" pitchFamily="18" charset="0"/>
              </a:rPr>
              <a:t>кодты сканерлеп кіре аласыз. (09.02.2025ж)</a:t>
            </a:r>
            <a:endParaRPr lang="en-US" dirty="0" smtClean="0">
              <a:solidFill>
                <a:schemeClr val="tx1"/>
              </a:solidFill>
              <a:latin typeface="Times New Roman" panose="02020603050405020304" pitchFamily="18" charset="0"/>
              <a:cs typeface="Times New Roman" panose="02020603050405020304" pitchFamily="18" charset="0"/>
            </a:endParaRPr>
          </a:p>
        </p:txBody>
      </p:sp>
      <p:graphicFrame>
        <p:nvGraphicFramePr>
          <p:cNvPr id="2" name="Таблица 1"/>
          <p:cNvGraphicFramePr>
            <a:graphicFrameLocks noGrp="1"/>
          </p:cNvGraphicFramePr>
          <p:nvPr/>
        </p:nvGraphicFramePr>
        <p:xfrm>
          <a:off x="120586" y="903603"/>
          <a:ext cx="9699625" cy="3291840"/>
        </p:xfrm>
        <a:graphic>
          <a:graphicData uri="http://schemas.openxmlformats.org/drawingml/2006/table">
            <a:tbl>
              <a:tblPr firstRow="1" bandRow="1">
                <a:tableStyleId>{F5AB1C69-6EDB-4FF4-983F-18BD219EF322}</a:tableStyleId>
              </a:tblPr>
              <a:tblGrid>
                <a:gridCol w="647698"/>
                <a:gridCol w="853440"/>
                <a:gridCol w="8198254"/>
              </a:tblGrid>
              <a:tr h="296111">
                <a:tc>
                  <a:txBody>
                    <a:bodyPr/>
                    <a:lstStyle/>
                    <a:p>
                      <a:r>
                        <a:rPr lang="ru-RU" sz="1800" dirty="0" smtClean="0">
                          <a:solidFill>
                            <a:schemeClr val="tx1"/>
                          </a:solidFill>
                          <a:latin typeface="Times New Roman" panose="02020603050405020304" pitchFamily="18" charset="0"/>
                          <a:cs typeface="Times New Roman" panose="02020603050405020304" pitchFamily="18" charset="0"/>
                        </a:rPr>
                        <a:t>№</a:t>
                      </a:r>
                      <a:endParaRPr 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ru-RU" sz="1800" dirty="0">
                          <a:solidFill>
                            <a:schemeClr val="tx1"/>
                          </a:solidFill>
                          <a:latin typeface="Times New Roman" panose="02020603050405020304" pitchFamily="18" charset="0"/>
                          <a:cs typeface="Times New Roman" panose="02020603050405020304" pitchFamily="18" charset="0"/>
                        </a:rPr>
                        <a:t>The number of components</a:t>
                      </a:r>
                      <a:endParaRPr lang="en-US" alt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ru-RU" sz="1800" dirty="0">
                          <a:solidFill>
                            <a:schemeClr val="tx1"/>
                          </a:solidFill>
                          <a:latin typeface="Times New Roman" panose="02020603050405020304" pitchFamily="18" charset="0"/>
                          <a:cs typeface="Times New Roman" panose="02020603050405020304" pitchFamily="18" charset="0"/>
                        </a:rPr>
                        <a:t>Components</a:t>
                      </a:r>
                      <a:endParaRPr lang="en-US" altLang="ru-RU" sz="1800" dirty="0">
                        <a:solidFill>
                          <a:schemeClr val="tx1"/>
                        </a:solidFill>
                        <a:latin typeface="Times New Roman" panose="02020603050405020304" pitchFamily="18" charset="0"/>
                        <a:cs typeface="Times New Roman" panose="02020603050405020304" pitchFamily="18" charset="0"/>
                      </a:endParaRPr>
                    </a:p>
                  </a:txBody>
                  <a:tcPr/>
                </a:tc>
              </a:tr>
              <a:tr h="296111">
                <a:tc>
                  <a:txBody>
                    <a:bodyPr/>
                    <a:lstStyle/>
                    <a:p>
                      <a:r>
                        <a:rPr lang="ru-RU" sz="1800" dirty="0" smtClean="0">
                          <a:solidFill>
                            <a:schemeClr val="tx1"/>
                          </a:solidFill>
                          <a:latin typeface="Times New Roman" panose="02020603050405020304" pitchFamily="18" charset="0"/>
                          <a:cs typeface="Times New Roman" panose="02020603050405020304" pitchFamily="18" charset="0"/>
                        </a:rPr>
                        <a:t>1</a:t>
                      </a:r>
                      <a:endParaRPr 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ru-RU" sz="1800" dirty="0" smtClean="0">
                          <a:solidFill>
                            <a:schemeClr val="tx1"/>
                          </a:solidFill>
                          <a:latin typeface="Times New Roman" panose="02020603050405020304" pitchFamily="18" charset="0"/>
                          <a:cs typeface="Times New Roman" panose="02020603050405020304" pitchFamily="18" charset="0"/>
                        </a:rPr>
                        <a:t>1</a:t>
                      </a:r>
                      <a:endParaRPr 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ru-RU" sz="1800" dirty="0" smtClean="0">
                          <a:solidFill>
                            <a:schemeClr val="tx1"/>
                          </a:solidFill>
                          <a:latin typeface="Times New Roman" panose="02020603050405020304" pitchFamily="18" charset="0"/>
                          <a:cs typeface="Times New Roman" panose="02020603050405020304" pitchFamily="18" charset="0"/>
                        </a:rPr>
                        <a:t>High-voltage DC transformer: input 6–12 V, output up to 400 kV.</a:t>
                      </a:r>
                      <a:endParaRPr lang="en-US" altLang="ru-RU" sz="1800" dirty="0" smtClean="0">
                        <a:solidFill>
                          <a:schemeClr val="tx1"/>
                        </a:solidFill>
                        <a:latin typeface="Times New Roman" panose="02020603050405020304" pitchFamily="18" charset="0"/>
                        <a:cs typeface="Times New Roman" panose="02020603050405020304" pitchFamily="18" charset="0"/>
                      </a:endParaRPr>
                    </a:p>
                  </a:txBody>
                  <a:tcPr/>
                </a:tc>
              </a:tr>
              <a:tr h="296111">
                <a:tc>
                  <a:txBody>
                    <a:bodyPr/>
                    <a:lstStyle/>
                    <a:p>
                      <a:r>
                        <a:rPr lang="ru-RU" sz="1800" dirty="0" smtClean="0">
                          <a:solidFill>
                            <a:schemeClr val="tx1"/>
                          </a:solidFill>
                          <a:latin typeface="Times New Roman" panose="02020603050405020304" pitchFamily="18" charset="0"/>
                          <a:cs typeface="Times New Roman" panose="02020603050405020304" pitchFamily="18" charset="0"/>
                        </a:rPr>
                        <a:t>2</a:t>
                      </a:r>
                      <a:endParaRPr 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ru-RU" sz="1800" dirty="0" smtClean="0">
                          <a:solidFill>
                            <a:schemeClr val="tx1"/>
                          </a:solidFill>
                          <a:latin typeface="Times New Roman" panose="02020603050405020304" pitchFamily="18" charset="0"/>
                          <a:cs typeface="Times New Roman" panose="02020603050405020304" pitchFamily="18" charset="0"/>
                        </a:rPr>
                        <a:t>1</a:t>
                      </a:r>
                      <a:endParaRPr 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ru-RU" sz="1800" dirty="0">
                          <a:solidFill>
                            <a:schemeClr val="tx1"/>
                          </a:solidFill>
                          <a:latin typeface="Times New Roman" panose="02020603050405020304" pitchFamily="18" charset="0"/>
                          <a:cs typeface="Times New Roman" panose="02020603050405020304" pitchFamily="18" charset="0"/>
                        </a:rPr>
                        <a:t>USB adapter with alligator clips.</a:t>
                      </a:r>
                      <a:endParaRPr lang="en-US" altLang="ru-RU" sz="1800" dirty="0">
                        <a:solidFill>
                          <a:schemeClr val="tx1"/>
                        </a:solidFill>
                        <a:latin typeface="Times New Roman" panose="02020603050405020304" pitchFamily="18" charset="0"/>
                        <a:cs typeface="Times New Roman" panose="02020603050405020304" pitchFamily="18" charset="0"/>
                      </a:endParaRPr>
                    </a:p>
                  </a:txBody>
                  <a:tcPr/>
                </a:tc>
              </a:tr>
              <a:tr h="296111">
                <a:tc>
                  <a:txBody>
                    <a:bodyPr/>
                    <a:lstStyle/>
                    <a:p>
                      <a:r>
                        <a:rPr lang="ru-RU" sz="1800" dirty="0" smtClean="0">
                          <a:solidFill>
                            <a:schemeClr val="tx1"/>
                          </a:solidFill>
                          <a:latin typeface="Times New Roman" panose="02020603050405020304" pitchFamily="18" charset="0"/>
                          <a:cs typeface="Times New Roman" panose="02020603050405020304" pitchFamily="18" charset="0"/>
                        </a:rPr>
                        <a:t>3</a:t>
                      </a:r>
                      <a:endParaRPr 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ru-RU" sz="1800" dirty="0" smtClean="0">
                          <a:solidFill>
                            <a:schemeClr val="tx1"/>
                          </a:solidFill>
                          <a:latin typeface="Times New Roman" panose="02020603050405020304" pitchFamily="18" charset="0"/>
                          <a:cs typeface="Times New Roman" panose="02020603050405020304" pitchFamily="18" charset="0"/>
                        </a:rPr>
                        <a:t>2</a:t>
                      </a:r>
                      <a:endParaRPr 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ru-RU" sz="1800" dirty="0">
                          <a:solidFill>
                            <a:schemeClr val="tx1"/>
                          </a:solidFill>
                          <a:latin typeface="Times New Roman" panose="02020603050405020304" pitchFamily="18" charset="0"/>
                          <a:cs typeface="Times New Roman" panose="02020603050405020304" pitchFamily="18" charset="0"/>
                        </a:rPr>
                        <a:t>Bearings made of polypropylene.</a:t>
                      </a:r>
                      <a:endParaRPr lang="en-US" altLang="ru-RU" sz="1800" dirty="0">
                        <a:solidFill>
                          <a:schemeClr val="tx1"/>
                        </a:solidFill>
                        <a:latin typeface="Times New Roman" panose="02020603050405020304" pitchFamily="18" charset="0"/>
                        <a:cs typeface="Times New Roman" panose="02020603050405020304" pitchFamily="18" charset="0"/>
                      </a:endParaRPr>
                    </a:p>
                  </a:txBody>
                  <a:tcPr/>
                </a:tc>
              </a:tr>
              <a:tr h="296111">
                <a:tc>
                  <a:txBody>
                    <a:bodyPr/>
                    <a:lstStyle/>
                    <a:p>
                      <a:r>
                        <a:rPr lang="ru-RU" sz="1800" dirty="0" smtClean="0">
                          <a:solidFill>
                            <a:schemeClr val="tx1"/>
                          </a:solidFill>
                          <a:latin typeface="Times New Roman" panose="02020603050405020304" pitchFamily="18" charset="0"/>
                          <a:cs typeface="Times New Roman" panose="02020603050405020304" pitchFamily="18" charset="0"/>
                        </a:rPr>
                        <a:t>4</a:t>
                      </a:r>
                      <a:endParaRPr 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ru-RU" sz="1800" dirty="0" smtClean="0">
                          <a:solidFill>
                            <a:schemeClr val="tx1"/>
                          </a:solidFill>
                          <a:latin typeface="Times New Roman" panose="02020603050405020304" pitchFamily="18" charset="0"/>
                          <a:cs typeface="Times New Roman" panose="02020603050405020304" pitchFamily="18" charset="0"/>
                        </a:rPr>
                        <a:t>4</a:t>
                      </a:r>
                      <a:endParaRPr 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ru-RU" sz="1800" dirty="0">
                          <a:solidFill>
                            <a:schemeClr val="tx1"/>
                          </a:solidFill>
                          <a:latin typeface="Times New Roman" panose="02020603050405020304" pitchFamily="18" charset="0"/>
                          <a:cs typeface="Times New Roman" panose="02020603050405020304" pitchFamily="18" charset="0"/>
                        </a:rPr>
                        <a:t>Thin aluminum rings.</a:t>
                      </a:r>
                      <a:endParaRPr lang="en-US" altLang="ru-RU" sz="1800" dirty="0">
                        <a:solidFill>
                          <a:schemeClr val="tx1"/>
                        </a:solidFill>
                        <a:latin typeface="Times New Roman" panose="02020603050405020304" pitchFamily="18" charset="0"/>
                        <a:cs typeface="Times New Roman" panose="02020603050405020304" pitchFamily="18" charset="0"/>
                      </a:endParaRPr>
                    </a:p>
                  </a:txBody>
                  <a:tcPr/>
                </a:tc>
              </a:tr>
              <a:tr h="296111">
                <a:tc>
                  <a:txBody>
                    <a:bodyPr/>
                    <a:lstStyle/>
                    <a:p>
                      <a:r>
                        <a:rPr lang="ru-RU" sz="1800" dirty="0" smtClean="0">
                          <a:solidFill>
                            <a:schemeClr val="tx1"/>
                          </a:solidFill>
                          <a:latin typeface="Times New Roman" panose="02020603050405020304" pitchFamily="18" charset="0"/>
                          <a:cs typeface="Times New Roman" panose="02020603050405020304" pitchFamily="18" charset="0"/>
                        </a:rPr>
                        <a:t>5</a:t>
                      </a:r>
                      <a:endParaRPr 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ru-RU" sz="1800" dirty="0" smtClean="0">
                          <a:solidFill>
                            <a:schemeClr val="tx1"/>
                          </a:solidFill>
                          <a:latin typeface="Times New Roman" panose="02020603050405020304" pitchFamily="18" charset="0"/>
                          <a:cs typeface="Times New Roman" panose="02020603050405020304" pitchFamily="18" charset="0"/>
                        </a:rPr>
                        <a:t>4</a:t>
                      </a:r>
                      <a:endParaRPr 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ru-RU" sz="1800" dirty="0">
                          <a:solidFill>
                            <a:schemeClr val="tx1"/>
                          </a:solidFill>
                          <a:latin typeface="Times New Roman" panose="02020603050405020304" pitchFamily="18" charset="0"/>
                          <a:cs typeface="Times New Roman" panose="02020603050405020304" pitchFamily="18" charset="0"/>
                        </a:rPr>
                        <a:t>Wooden sticks.</a:t>
                      </a:r>
                      <a:endParaRPr lang="en-US" altLang="ru-RU" sz="1800" dirty="0">
                        <a:solidFill>
                          <a:schemeClr val="tx1"/>
                        </a:solidFill>
                        <a:latin typeface="Times New Roman" panose="02020603050405020304" pitchFamily="18" charset="0"/>
                        <a:cs typeface="Times New Roman" panose="02020603050405020304" pitchFamily="18" charset="0"/>
                      </a:endParaRPr>
                    </a:p>
                  </a:txBody>
                  <a:tcPr/>
                </a:tc>
              </a:tr>
              <a:tr h="296111">
                <a:tc>
                  <a:txBody>
                    <a:bodyPr/>
                    <a:lstStyle/>
                    <a:p>
                      <a:r>
                        <a:rPr lang="ru-RU" sz="1800" dirty="0" smtClean="0">
                          <a:solidFill>
                            <a:schemeClr val="tx1"/>
                          </a:solidFill>
                          <a:latin typeface="Times New Roman" panose="02020603050405020304" pitchFamily="18" charset="0"/>
                          <a:cs typeface="Times New Roman" panose="02020603050405020304" pitchFamily="18" charset="0"/>
                        </a:rPr>
                        <a:t>6</a:t>
                      </a:r>
                      <a:endParaRPr 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ru-RU" sz="1800" dirty="0" smtClean="0">
                          <a:solidFill>
                            <a:schemeClr val="tx1"/>
                          </a:solidFill>
                          <a:latin typeface="Times New Roman" panose="02020603050405020304" pitchFamily="18" charset="0"/>
                          <a:cs typeface="Times New Roman" panose="02020603050405020304" pitchFamily="18" charset="0"/>
                        </a:rPr>
                        <a:t>0,3 </a:t>
                      </a:r>
                      <a:r>
                        <a:rPr lang="en-US" altLang="ru-RU" sz="1800" dirty="0" smtClean="0">
                          <a:solidFill>
                            <a:schemeClr val="tx1"/>
                          </a:solidFill>
                          <a:latin typeface="Times New Roman" panose="02020603050405020304" pitchFamily="18" charset="0"/>
                          <a:cs typeface="Times New Roman" panose="02020603050405020304" pitchFamily="18" charset="0"/>
                        </a:rPr>
                        <a:t>m</a:t>
                      </a:r>
                      <a:r>
                        <a:rPr lang="ru-RU" sz="1800" dirty="0" smtClean="0">
                          <a:solidFill>
                            <a:schemeClr val="tx1"/>
                          </a:solidFill>
                          <a:latin typeface="Times New Roman" panose="02020603050405020304" pitchFamily="18" charset="0"/>
                          <a:cs typeface="Times New Roman" panose="02020603050405020304" pitchFamily="18" charset="0"/>
                        </a:rPr>
                        <a:t>2</a:t>
                      </a:r>
                      <a:endParaRPr 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ru-RU" sz="1800" dirty="0">
                          <a:solidFill>
                            <a:schemeClr val="tx1"/>
                          </a:solidFill>
                          <a:latin typeface="Times New Roman" panose="02020603050405020304" pitchFamily="18" charset="0"/>
                          <a:cs typeface="Times New Roman" panose="02020603050405020304" pitchFamily="18" charset="0"/>
                        </a:rPr>
                        <a:t>Wooden sticks.</a:t>
                      </a:r>
                      <a:endParaRPr lang="en-US" altLang="ru-RU" sz="1800" dirty="0">
                        <a:solidFill>
                          <a:schemeClr val="tx1"/>
                        </a:solidFill>
                        <a:latin typeface="Times New Roman" panose="02020603050405020304" pitchFamily="18" charset="0"/>
                        <a:cs typeface="Times New Roman" panose="02020603050405020304" pitchFamily="18" charset="0"/>
                      </a:endParaRPr>
                    </a:p>
                  </a:txBody>
                  <a:tcPr/>
                </a:tc>
              </a:tr>
              <a:tr h="296111">
                <a:tc>
                  <a:txBody>
                    <a:bodyPr/>
                    <a:lstStyle/>
                    <a:p>
                      <a:r>
                        <a:rPr lang="ru-RU" sz="1800" dirty="0" smtClean="0">
                          <a:solidFill>
                            <a:schemeClr val="tx1"/>
                          </a:solidFill>
                          <a:latin typeface="Times New Roman" panose="02020603050405020304" pitchFamily="18" charset="0"/>
                          <a:cs typeface="Times New Roman" panose="02020603050405020304" pitchFamily="18" charset="0"/>
                        </a:rPr>
                        <a:t>7</a:t>
                      </a:r>
                      <a:endParaRPr 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ru-RU" sz="1800" dirty="0" smtClean="0">
                          <a:solidFill>
                            <a:schemeClr val="tx1"/>
                          </a:solidFill>
                          <a:latin typeface="Times New Roman" panose="02020603050405020304" pitchFamily="18" charset="0"/>
                          <a:cs typeface="Times New Roman" panose="02020603050405020304" pitchFamily="18" charset="0"/>
                        </a:rPr>
                        <a:t>1</a:t>
                      </a:r>
                      <a:endParaRPr 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ru-RU" sz="1800" dirty="0">
                          <a:solidFill>
                            <a:schemeClr val="tx1"/>
                          </a:solidFill>
                          <a:latin typeface="Times New Roman" panose="02020603050405020304" pitchFamily="18" charset="0"/>
                          <a:cs typeface="Times New Roman" panose="02020603050405020304" pitchFamily="18" charset="0"/>
                        </a:rPr>
                        <a:t>5–9 V power source.</a:t>
                      </a:r>
                      <a:endParaRPr lang="en-US" altLang="ru-RU" sz="1800" dirty="0">
                        <a:solidFill>
                          <a:schemeClr val="tx1"/>
                        </a:solidFill>
                        <a:latin typeface="Times New Roman" panose="02020603050405020304" pitchFamily="18" charset="0"/>
                        <a:cs typeface="Times New Roman" panose="02020603050405020304" pitchFamily="18" charset="0"/>
                      </a:endParaRPr>
                    </a:p>
                  </a:txBody>
                  <a:tcPr/>
                </a:tc>
              </a:tr>
              <a:tr h="296111">
                <a:tc>
                  <a:txBody>
                    <a:bodyPr/>
                    <a:lstStyle/>
                    <a:p>
                      <a:r>
                        <a:rPr lang="ru-RU" sz="1800" dirty="0" smtClean="0">
                          <a:solidFill>
                            <a:schemeClr val="tx1"/>
                          </a:solidFill>
                          <a:latin typeface="Times New Roman" panose="02020603050405020304" pitchFamily="18" charset="0"/>
                          <a:cs typeface="Times New Roman" panose="02020603050405020304" pitchFamily="18" charset="0"/>
                        </a:rPr>
                        <a:t>8</a:t>
                      </a:r>
                      <a:endParaRPr 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ru-RU" sz="1800" dirty="0" smtClean="0">
                          <a:solidFill>
                            <a:schemeClr val="tx1"/>
                          </a:solidFill>
                          <a:latin typeface="Times New Roman" panose="02020603050405020304" pitchFamily="18" charset="0"/>
                          <a:cs typeface="Times New Roman" panose="02020603050405020304" pitchFamily="18" charset="0"/>
                        </a:rPr>
                        <a:t>1</a:t>
                      </a:r>
                      <a:endParaRPr lang="ru-RU"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ru-RU" sz="1800" dirty="0">
                          <a:solidFill>
                            <a:schemeClr val="tx1"/>
                          </a:solidFill>
                          <a:latin typeface="Times New Roman" panose="02020603050405020304" pitchFamily="18" charset="0"/>
                          <a:cs typeface="Times New Roman" panose="02020603050405020304" pitchFamily="18" charset="0"/>
                        </a:rPr>
                        <a:t>Mini push-button switch (key switch).</a:t>
                      </a:r>
                      <a:endParaRPr lang="en-US" altLang="ru-RU" sz="1800" dirty="0">
                        <a:solidFill>
                          <a:schemeClr val="tx1"/>
                        </a:solidFill>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Скругленный прямоугольник 3"/>
          <p:cNvSpPr/>
          <p:nvPr/>
        </p:nvSpPr>
        <p:spPr>
          <a:xfrm>
            <a:off x="1" y="0"/>
            <a:ext cx="9905999" cy="6856473"/>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a:solidFill>
                <a:prstClr val="white"/>
              </a:solidFill>
            </a:endParaRPr>
          </a:p>
        </p:txBody>
      </p:sp>
      <p:sp>
        <p:nvSpPr>
          <p:cNvPr id="5" name="Скругленный прямоугольник 4"/>
          <p:cNvSpPr/>
          <p:nvPr/>
        </p:nvSpPr>
        <p:spPr>
          <a:xfrm>
            <a:off x="0" y="0"/>
            <a:ext cx="9905999" cy="6856473"/>
          </a:xfrm>
          <a:prstGeom prst="roundRect">
            <a:avLst>
              <a:gd name="adj" fmla="val 4715"/>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algn="ctr" eaLnBrk="0" fontAlgn="base" hangingPunct="0">
              <a:spcBef>
                <a:spcPct val="0"/>
              </a:spcBef>
              <a:spcAft>
                <a:spcPct val="0"/>
              </a:spcAft>
            </a:pPr>
            <a:r>
              <a:rPr lang="en-US" sz="2800"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3</a:t>
            </a:r>
            <a:r>
              <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t>
            </a:r>
            <a:r>
              <a:rPr lang="en-US" sz="2800" b="1" dirty="0" smtClean="0">
                <a:solidFill>
                  <a:schemeClr val="bg1"/>
                </a:solidFill>
                <a:latin typeface="Times New Roman" panose="02020603050405020304" pitchFamily="18" charset="0"/>
                <a:cs typeface="Times New Roman" panose="02020603050405020304" pitchFamily="18" charset="0"/>
              </a:rPr>
              <a:t> </a:t>
            </a:r>
            <a:r>
              <a:rPr lang="en-US" sz="2800" b="1" dirty="0" smtClean="0">
                <a:solidFill>
                  <a:schemeClr val="bg1"/>
                </a:solidFill>
                <a:latin typeface="Times New Roman" panose="02020603050405020304" pitchFamily="18" charset="0"/>
                <a:cs typeface="Times New Roman" panose="02020603050405020304" pitchFamily="18" charset="0"/>
                <a:sym typeface="+mn-ea"/>
              </a:rPr>
              <a:t>Practic Part</a:t>
            </a:r>
            <a:endParaRPr lang="ru-RU" sz="2800" dirty="0" smtClean="0">
              <a:solidFill>
                <a:schemeClr val="bg1"/>
              </a:solidFill>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endPar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p:txBody>
      </p:sp>
      <p:sp>
        <p:nvSpPr>
          <p:cNvPr id="6" name="Прямоугольник с двумя скругленными соседними углами 5"/>
          <p:cNvSpPr/>
          <p:nvPr/>
        </p:nvSpPr>
        <p:spPr>
          <a:xfrm rot="10800000">
            <a:off x="-1" y="644836"/>
            <a:ext cx="9905999" cy="6211637"/>
          </a:xfrm>
          <a:prstGeom prst="round2SameRect">
            <a:avLst>
              <a:gd name="adj1" fmla="val 4863"/>
              <a:gd name="adj2" fmla="val 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dirty="0">
              <a:ln w="0"/>
              <a:solidFill>
                <a:prstClr val="black"/>
              </a:solidFill>
              <a:effectLst>
                <a:outerShdw blurRad="38100" dist="19050" dir="2700000" algn="tl" rotWithShape="0">
                  <a:prstClr val="black">
                    <a:alpha val="40000"/>
                  </a:prstClr>
                </a:outerShdw>
              </a:effectLst>
            </a:endParaRPr>
          </a:p>
        </p:txBody>
      </p:sp>
      <p:pic>
        <p:nvPicPr>
          <p:cNvPr id="8" name="Рисунок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67200" y="3887522"/>
            <a:ext cx="5638800" cy="2968951"/>
          </a:xfrm>
          <a:prstGeom prst="rect">
            <a:avLst/>
          </a:prstGeom>
        </p:spPr>
      </p:pic>
      <p:pic>
        <p:nvPicPr>
          <p:cNvPr id="9" name="Рисунок 8"/>
          <p:cNvPicPr>
            <a:picLocks noChangeAspect="1"/>
          </p:cNvPicPr>
          <p:nvPr/>
        </p:nvPicPr>
        <p:blipFill rotWithShape="1">
          <a:blip r:embed="rId2" cstate="print">
            <a:extLst>
              <a:ext uri="{28A0092B-C50C-407E-A947-70E740481C1C}">
                <a14:useLocalDpi xmlns:a14="http://schemas.microsoft.com/office/drawing/2010/main" val="0"/>
              </a:ext>
            </a:extLst>
          </a:blip>
          <a:srcRect r="-70"/>
          <a:stretch>
            <a:fillRect/>
          </a:stretch>
        </p:blipFill>
        <p:spPr>
          <a:xfrm>
            <a:off x="1" y="3846309"/>
            <a:ext cx="4267199" cy="3018982"/>
          </a:xfrm>
          <a:prstGeom prst="rect">
            <a:avLst/>
          </a:prstGeom>
        </p:spPr>
      </p:pic>
      <p:pic>
        <p:nvPicPr>
          <p:cNvPr id="10" name="Рисунок 9"/>
          <p:cNvPicPr>
            <a:picLocks noChangeAspect="1"/>
          </p:cNvPicPr>
          <p:nvPr/>
        </p:nvPicPr>
        <p:blipFill rotWithShape="1">
          <a:blip r:embed="rId3" cstate="print">
            <a:extLst>
              <a:ext uri="{28A0092B-C50C-407E-A947-70E740481C1C}">
                <a14:useLocalDpi xmlns:a14="http://schemas.microsoft.com/office/drawing/2010/main" val="0"/>
              </a:ext>
            </a:extLst>
          </a:blip>
          <a:srcRect t="25750" b="8331"/>
          <a:stretch>
            <a:fillRect/>
          </a:stretch>
        </p:blipFill>
        <p:spPr>
          <a:xfrm>
            <a:off x="6039229" y="2333625"/>
            <a:ext cx="3866769" cy="1608188"/>
          </a:xfrm>
          <a:prstGeom prst="rect">
            <a:avLst/>
          </a:prstGeom>
        </p:spPr>
      </p:pic>
      <p:pic>
        <p:nvPicPr>
          <p:cNvPr id="11" name="Рисунок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1953" y="644835"/>
            <a:ext cx="3764045" cy="1724248"/>
          </a:xfrm>
          <a:prstGeom prst="rect">
            <a:avLst/>
          </a:prstGeom>
        </p:spPr>
      </p:pic>
      <p:pic>
        <p:nvPicPr>
          <p:cNvPr id="13" name="Рисунок 12"/>
          <p:cNvPicPr>
            <a:picLocks noChangeAspect="1"/>
          </p:cNvPicPr>
          <p:nvPr/>
        </p:nvPicPr>
        <p:blipFill rotWithShape="1">
          <a:blip r:embed="rId5" cstate="print">
            <a:extLst>
              <a:ext uri="{28A0092B-C50C-407E-A947-70E740481C1C}">
                <a14:useLocalDpi xmlns:a14="http://schemas.microsoft.com/office/drawing/2010/main" val="0"/>
              </a:ext>
            </a:extLst>
          </a:blip>
          <a:srcRect l="10431" r="11341"/>
          <a:stretch>
            <a:fillRect/>
          </a:stretch>
        </p:blipFill>
        <p:spPr>
          <a:xfrm>
            <a:off x="-7297" y="653656"/>
            <a:ext cx="2998147" cy="3183836"/>
          </a:xfrm>
          <a:prstGeom prst="rect">
            <a:avLst/>
          </a:prstGeom>
        </p:spPr>
      </p:pic>
      <p:pic>
        <p:nvPicPr>
          <p:cNvPr id="14" name="Рисунок 1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90849" y="662880"/>
            <a:ext cx="2818749" cy="3174612"/>
          </a:xfrm>
          <a:prstGeom prst="rect">
            <a:avLst/>
          </a:prstGeom>
        </p:spPr>
      </p:pic>
      <p:sp>
        <p:nvSpPr>
          <p:cNvPr id="12" name="Прямоугольник 11"/>
          <p:cNvSpPr/>
          <p:nvPr/>
        </p:nvSpPr>
        <p:spPr>
          <a:xfrm>
            <a:off x="172101" y="764577"/>
            <a:ext cx="662800" cy="400110"/>
          </a:xfrm>
          <a:prstGeom prst="rect">
            <a:avLst/>
          </a:prstGeom>
          <a:solidFill>
            <a:schemeClr val="bg1"/>
          </a:solidFill>
        </p:spPr>
        <p:txBody>
          <a:bodyPr wrap="square">
            <a:spAutoFit/>
          </a:bodyPr>
          <a:lstStyle/>
          <a:p>
            <a:r>
              <a:rPr lang="ru-RU" sz="2000" dirty="0" smtClean="0">
                <a:latin typeface="Times New Roman" panose="02020603050405020304" pitchFamily="18" charset="0"/>
                <a:cs typeface="Times New Roman" panose="02020603050405020304" pitchFamily="18" charset="0"/>
              </a:rPr>
              <a:t>№ 6</a:t>
            </a:r>
            <a:endParaRPr lang="ru-RU" sz="2000" dirty="0">
              <a:latin typeface="Times New Roman" panose="02020603050405020304" pitchFamily="18" charset="0"/>
              <a:cs typeface="Times New Roman" panose="02020603050405020304" pitchFamily="18" charset="0"/>
            </a:endParaRPr>
          </a:p>
        </p:txBody>
      </p:sp>
      <p:sp>
        <p:nvSpPr>
          <p:cNvPr id="15" name="Прямоугольник 14"/>
          <p:cNvSpPr/>
          <p:nvPr/>
        </p:nvSpPr>
        <p:spPr>
          <a:xfrm>
            <a:off x="3093574" y="764577"/>
            <a:ext cx="662800" cy="400110"/>
          </a:xfrm>
          <a:prstGeom prst="rect">
            <a:avLst/>
          </a:prstGeom>
          <a:solidFill>
            <a:schemeClr val="bg1"/>
          </a:solidFill>
        </p:spPr>
        <p:txBody>
          <a:bodyPr wrap="square">
            <a:spAutoFit/>
          </a:bodyPr>
          <a:lstStyle/>
          <a:p>
            <a:r>
              <a:rPr lang="ru-RU" sz="2000" dirty="0" smtClean="0">
                <a:latin typeface="Times New Roman" panose="02020603050405020304" pitchFamily="18" charset="0"/>
                <a:cs typeface="Times New Roman" panose="02020603050405020304" pitchFamily="18" charset="0"/>
              </a:rPr>
              <a:t>№ 7</a:t>
            </a:r>
            <a:endParaRPr lang="ru-RU" sz="2000" dirty="0">
              <a:latin typeface="Times New Roman" panose="02020603050405020304" pitchFamily="18" charset="0"/>
              <a:cs typeface="Times New Roman" panose="02020603050405020304" pitchFamily="18" charset="0"/>
            </a:endParaRPr>
          </a:p>
        </p:txBody>
      </p:sp>
      <p:sp>
        <p:nvSpPr>
          <p:cNvPr id="16" name="Прямоугольник 15"/>
          <p:cNvSpPr/>
          <p:nvPr/>
        </p:nvSpPr>
        <p:spPr>
          <a:xfrm>
            <a:off x="6370180" y="764577"/>
            <a:ext cx="662800" cy="400110"/>
          </a:xfrm>
          <a:prstGeom prst="rect">
            <a:avLst/>
          </a:prstGeom>
          <a:solidFill>
            <a:schemeClr val="bg1"/>
          </a:solidFill>
        </p:spPr>
        <p:txBody>
          <a:bodyPr wrap="square">
            <a:spAutoFit/>
          </a:bodyPr>
          <a:lstStyle/>
          <a:p>
            <a:r>
              <a:rPr lang="ru-RU" sz="2000" dirty="0" smtClean="0">
                <a:latin typeface="Times New Roman" panose="02020603050405020304" pitchFamily="18" charset="0"/>
                <a:cs typeface="Times New Roman" panose="02020603050405020304" pitchFamily="18" charset="0"/>
              </a:rPr>
              <a:t>№ 8</a:t>
            </a:r>
            <a:endParaRPr lang="ru-RU" sz="2000" dirty="0">
              <a:latin typeface="Times New Roman" panose="02020603050405020304" pitchFamily="18" charset="0"/>
              <a:cs typeface="Times New Roman" panose="02020603050405020304" pitchFamily="18" charset="0"/>
            </a:endParaRPr>
          </a:p>
        </p:txBody>
      </p:sp>
      <p:sp>
        <p:nvSpPr>
          <p:cNvPr id="17" name="Прямоугольник 16"/>
          <p:cNvSpPr/>
          <p:nvPr/>
        </p:nvSpPr>
        <p:spPr>
          <a:xfrm>
            <a:off x="6423800" y="2488824"/>
            <a:ext cx="662800" cy="400110"/>
          </a:xfrm>
          <a:prstGeom prst="rect">
            <a:avLst/>
          </a:prstGeom>
          <a:solidFill>
            <a:schemeClr val="bg1"/>
          </a:solidFill>
        </p:spPr>
        <p:txBody>
          <a:bodyPr wrap="square">
            <a:spAutoFit/>
          </a:bodyPr>
          <a:lstStyle/>
          <a:p>
            <a:r>
              <a:rPr lang="ru-RU" sz="2000" dirty="0" smtClean="0">
                <a:latin typeface="Times New Roman" panose="02020603050405020304" pitchFamily="18" charset="0"/>
                <a:cs typeface="Times New Roman" panose="02020603050405020304" pitchFamily="18" charset="0"/>
              </a:rPr>
              <a:t>№ 2</a:t>
            </a:r>
            <a:endParaRPr lang="ru-RU" sz="2000" dirty="0">
              <a:latin typeface="Times New Roman" panose="02020603050405020304" pitchFamily="18" charset="0"/>
              <a:cs typeface="Times New Roman" panose="02020603050405020304" pitchFamily="18" charset="0"/>
            </a:endParaRPr>
          </a:p>
        </p:txBody>
      </p:sp>
      <p:sp>
        <p:nvSpPr>
          <p:cNvPr id="18" name="Прямоугольник 17"/>
          <p:cNvSpPr/>
          <p:nvPr/>
        </p:nvSpPr>
        <p:spPr>
          <a:xfrm>
            <a:off x="172101" y="4091038"/>
            <a:ext cx="662800" cy="400110"/>
          </a:xfrm>
          <a:prstGeom prst="rect">
            <a:avLst/>
          </a:prstGeom>
          <a:solidFill>
            <a:schemeClr val="bg1"/>
          </a:solidFill>
        </p:spPr>
        <p:txBody>
          <a:bodyPr wrap="square">
            <a:spAutoFit/>
          </a:bodyPr>
          <a:lstStyle/>
          <a:p>
            <a:r>
              <a:rPr lang="ru-RU" sz="2000" dirty="0" smtClean="0">
                <a:latin typeface="Times New Roman" panose="02020603050405020304" pitchFamily="18" charset="0"/>
                <a:cs typeface="Times New Roman" panose="02020603050405020304" pitchFamily="18" charset="0"/>
              </a:rPr>
              <a:t>№ 3</a:t>
            </a:r>
            <a:endParaRPr lang="ru-RU" sz="2000" dirty="0">
              <a:latin typeface="Times New Roman" panose="02020603050405020304" pitchFamily="18" charset="0"/>
              <a:cs typeface="Times New Roman" panose="02020603050405020304" pitchFamily="18" charset="0"/>
            </a:endParaRPr>
          </a:p>
        </p:txBody>
      </p:sp>
      <p:sp>
        <p:nvSpPr>
          <p:cNvPr id="19" name="Прямоугольник 18"/>
          <p:cNvSpPr/>
          <p:nvPr/>
        </p:nvSpPr>
        <p:spPr>
          <a:xfrm>
            <a:off x="4490414" y="4091038"/>
            <a:ext cx="662800" cy="400110"/>
          </a:xfrm>
          <a:prstGeom prst="rect">
            <a:avLst/>
          </a:prstGeom>
          <a:solidFill>
            <a:schemeClr val="bg1"/>
          </a:solidFill>
        </p:spPr>
        <p:txBody>
          <a:bodyPr wrap="square">
            <a:spAutoFit/>
          </a:bodyPr>
          <a:lstStyle/>
          <a:p>
            <a:r>
              <a:rPr lang="ru-RU" sz="2000" dirty="0" smtClean="0">
                <a:latin typeface="Times New Roman" panose="02020603050405020304" pitchFamily="18" charset="0"/>
                <a:cs typeface="Times New Roman" panose="02020603050405020304" pitchFamily="18" charset="0"/>
              </a:rPr>
              <a:t>№ 1</a:t>
            </a:r>
            <a:endParaRPr lang="ru-RU"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Скругленный прямоугольник 3"/>
          <p:cNvSpPr/>
          <p:nvPr/>
        </p:nvSpPr>
        <p:spPr>
          <a:xfrm>
            <a:off x="1" y="0"/>
            <a:ext cx="9905999" cy="6856473"/>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a:solidFill>
                <a:prstClr val="white"/>
              </a:solidFill>
            </a:endParaRPr>
          </a:p>
        </p:txBody>
      </p:sp>
      <p:sp>
        <p:nvSpPr>
          <p:cNvPr id="5" name="Скругленный прямоугольник 4"/>
          <p:cNvSpPr/>
          <p:nvPr/>
        </p:nvSpPr>
        <p:spPr>
          <a:xfrm>
            <a:off x="0" y="0"/>
            <a:ext cx="9905999" cy="6856473"/>
          </a:xfrm>
          <a:prstGeom prst="roundRect">
            <a:avLst>
              <a:gd name="adj" fmla="val 4715"/>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algn="ctr" eaLnBrk="0" fontAlgn="base" hangingPunct="0">
              <a:spcBef>
                <a:spcPct val="0"/>
              </a:spcBef>
              <a:spcAft>
                <a:spcPct val="0"/>
              </a:spcAft>
            </a:pPr>
            <a:r>
              <a:rPr lang="en-US" sz="2800"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4</a:t>
            </a:r>
            <a:r>
              <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t>
            </a:r>
            <a:r>
              <a:rPr lang="en-US" sz="2800" b="1" dirty="0" smtClean="0">
                <a:solidFill>
                  <a:schemeClr val="bg1"/>
                </a:solidFill>
                <a:latin typeface="Times New Roman" panose="02020603050405020304" pitchFamily="18" charset="0"/>
                <a:cs typeface="Times New Roman" panose="02020603050405020304" pitchFamily="18" charset="0"/>
              </a:rPr>
              <a:t> </a:t>
            </a:r>
            <a:r>
              <a:rPr lang="en-US" sz="2800" b="1" dirty="0" smtClean="0">
                <a:solidFill>
                  <a:schemeClr val="bg1"/>
                </a:solidFill>
                <a:latin typeface="Times New Roman" panose="02020603050405020304" pitchFamily="18" charset="0"/>
                <a:cs typeface="Times New Roman" panose="02020603050405020304" pitchFamily="18" charset="0"/>
                <a:sym typeface="+mn-ea"/>
              </a:rPr>
              <a:t>Practic Part</a:t>
            </a:r>
            <a:endParaRPr lang="ru-RU" sz="2800" dirty="0" smtClean="0">
              <a:solidFill>
                <a:schemeClr val="bg1"/>
              </a:solidFill>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endPar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p:txBody>
      </p:sp>
      <p:sp>
        <p:nvSpPr>
          <p:cNvPr id="6" name="Прямоугольник с двумя скругленными соседними углами 5"/>
          <p:cNvSpPr/>
          <p:nvPr/>
        </p:nvSpPr>
        <p:spPr>
          <a:xfrm rot="10800000">
            <a:off x="0" y="559435"/>
            <a:ext cx="9906000" cy="6297295"/>
          </a:xfrm>
          <a:prstGeom prst="round2SameRect">
            <a:avLst>
              <a:gd name="adj1" fmla="val 4863"/>
              <a:gd name="adj2" fmla="val 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dirty="0">
              <a:ln w="0"/>
              <a:solidFill>
                <a:prstClr val="black"/>
              </a:solidFill>
              <a:effectLst>
                <a:outerShdw blurRad="38100" dist="19050" dir="2700000" algn="tl" rotWithShape="0">
                  <a:prstClr val="black">
                    <a:alpha val="40000"/>
                  </a:prstClr>
                </a:outerShdw>
              </a:effectLst>
            </a:endParaRPr>
          </a:p>
        </p:txBody>
      </p:sp>
      <p:sp>
        <p:nvSpPr>
          <p:cNvPr id="15" name="Прямоугольник 14"/>
          <p:cNvSpPr/>
          <p:nvPr/>
        </p:nvSpPr>
        <p:spPr>
          <a:xfrm>
            <a:off x="2108200" y="622300"/>
            <a:ext cx="6521450" cy="1936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latin typeface="Times New Roman" panose="02020603050405020304" pitchFamily="18" charset="0"/>
                <a:cs typeface="Times New Roman" panose="02020603050405020304" pitchFamily="18" charset="0"/>
              </a:rPr>
              <a:t> </a:t>
            </a:r>
            <a:r>
              <a:rPr lang="en-US" altLang="ru-RU" dirty="0" smtClean="0">
                <a:solidFill>
                  <a:schemeClr val="tx1"/>
                </a:solidFill>
                <a:latin typeface="Times New Roman" panose="02020603050405020304" pitchFamily="18" charset="0"/>
                <a:cs typeface="Times New Roman" panose="02020603050405020304" pitchFamily="18" charset="0"/>
              </a:rPr>
              <a:t>Stages for the complete completion of an ion engine model.</a:t>
            </a:r>
            <a:r>
              <a:rPr lang="en-US" dirty="0" smtClean="0">
                <a:solidFill>
                  <a:schemeClr val="tx1"/>
                </a:solidFill>
                <a:latin typeface="Times New Roman" panose="02020603050405020304" pitchFamily="18" charset="0"/>
                <a:cs typeface="Times New Roman" panose="02020603050405020304" pitchFamily="18" charset="0"/>
              </a:rPr>
              <a:t>.</a:t>
            </a:r>
            <a:endParaRPr lang="ru-RU" dirty="0">
              <a:solidFill>
                <a:schemeClr val="tx1"/>
              </a:solidFill>
              <a:latin typeface="Times New Roman" panose="02020603050405020304" pitchFamily="18" charset="0"/>
              <a:cs typeface="Times New Roman" panose="02020603050405020304" pitchFamily="18" charset="0"/>
            </a:endParaRPr>
          </a:p>
        </p:txBody>
      </p:sp>
      <p:pic>
        <p:nvPicPr>
          <p:cNvPr id="18" name="Рисунок 17"/>
          <p:cNvPicPr>
            <a:picLocks noChangeAspect="1"/>
          </p:cNvPicPr>
          <p:nvPr/>
        </p:nvPicPr>
        <p:blipFill rotWithShape="1">
          <a:blip r:embed="rId1" cstate="print">
            <a:extLst>
              <a:ext uri="{28A0092B-C50C-407E-A947-70E740481C1C}">
                <a14:useLocalDpi xmlns:a14="http://schemas.microsoft.com/office/drawing/2010/main" val="0"/>
              </a:ext>
            </a:extLst>
          </a:blip>
          <a:srcRect l="9247" r="28229"/>
          <a:stretch>
            <a:fillRect/>
          </a:stretch>
        </p:blipFill>
        <p:spPr>
          <a:xfrm>
            <a:off x="3381373" y="894857"/>
            <a:ext cx="6524625" cy="5961616"/>
          </a:xfrm>
          <a:prstGeom prst="rect">
            <a:avLst/>
          </a:prstGeom>
        </p:spPr>
      </p:pic>
      <p:pic>
        <p:nvPicPr>
          <p:cNvPr id="20" name="Рисунок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82" y="896385"/>
            <a:ext cx="3353410" cy="5961615"/>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Скругленный прямоугольник 3"/>
          <p:cNvSpPr/>
          <p:nvPr/>
        </p:nvSpPr>
        <p:spPr>
          <a:xfrm>
            <a:off x="1" y="0"/>
            <a:ext cx="9905999" cy="6856473"/>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a:solidFill>
                <a:prstClr val="white"/>
              </a:solidFill>
            </a:endParaRPr>
          </a:p>
        </p:txBody>
      </p:sp>
      <p:sp>
        <p:nvSpPr>
          <p:cNvPr id="5" name="Скругленный прямоугольник 4"/>
          <p:cNvSpPr/>
          <p:nvPr/>
        </p:nvSpPr>
        <p:spPr>
          <a:xfrm>
            <a:off x="0" y="0"/>
            <a:ext cx="9905999" cy="6856473"/>
          </a:xfrm>
          <a:prstGeom prst="roundRect">
            <a:avLst>
              <a:gd name="adj" fmla="val 4715"/>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algn="ctr" eaLnBrk="0" fontAlgn="base" hangingPunct="0">
              <a:spcBef>
                <a:spcPct val="0"/>
              </a:spcBef>
              <a:spcAft>
                <a:spcPct val="0"/>
              </a:spcAft>
            </a:pPr>
            <a:r>
              <a:rPr lang="en-US" sz="2800"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5</a:t>
            </a:r>
            <a:r>
              <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t>
            </a:r>
            <a:r>
              <a:rPr lang="en-US" sz="2800" b="1" dirty="0" smtClean="0">
                <a:solidFill>
                  <a:schemeClr val="bg1"/>
                </a:solidFill>
                <a:latin typeface="Times New Roman" panose="02020603050405020304" pitchFamily="18" charset="0"/>
                <a:cs typeface="Times New Roman" panose="02020603050405020304" pitchFamily="18" charset="0"/>
              </a:rPr>
              <a:t> </a:t>
            </a:r>
            <a:r>
              <a:rPr lang="en-US" sz="2800" b="1" dirty="0" smtClean="0">
                <a:solidFill>
                  <a:schemeClr val="bg1"/>
                </a:solidFill>
                <a:latin typeface="Times New Roman" panose="02020603050405020304" pitchFamily="18" charset="0"/>
                <a:cs typeface="Times New Roman" panose="02020603050405020304" pitchFamily="18" charset="0"/>
                <a:sym typeface="+mn-ea"/>
              </a:rPr>
              <a:t>Practic Part</a:t>
            </a:r>
            <a:endParaRPr lang="ru-RU" sz="2800" dirty="0" smtClean="0">
              <a:solidFill>
                <a:schemeClr val="bg1"/>
              </a:solidFill>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endPar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p:txBody>
      </p:sp>
      <p:sp>
        <p:nvSpPr>
          <p:cNvPr id="6" name="Прямоугольник с двумя скругленными соседними углами 5"/>
          <p:cNvSpPr/>
          <p:nvPr/>
        </p:nvSpPr>
        <p:spPr>
          <a:xfrm rot="10800000">
            <a:off x="-1" y="644836"/>
            <a:ext cx="9905999" cy="6211637"/>
          </a:xfrm>
          <a:prstGeom prst="round2SameRect">
            <a:avLst>
              <a:gd name="adj1" fmla="val 4863"/>
              <a:gd name="adj2" fmla="val 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dirty="0">
              <a:ln w="0"/>
              <a:solidFill>
                <a:prstClr val="black"/>
              </a:solidFill>
              <a:effectLst>
                <a:outerShdw blurRad="38100" dist="19050" dir="2700000" algn="tl" rotWithShape="0">
                  <a:prstClr val="black">
                    <a:alpha val="40000"/>
                  </a:prstClr>
                </a:outerShdw>
              </a:effectLst>
            </a:endParaRPr>
          </a:p>
        </p:txBody>
      </p:sp>
      <p:sp>
        <p:nvSpPr>
          <p:cNvPr id="15" name="Прямоугольник 14"/>
          <p:cNvSpPr/>
          <p:nvPr/>
        </p:nvSpPr>
        <p:spPr>
          <a:xfrm>
            <a:off x="2902819" y="644833"/>
            <a:ext cx="5736212" cy="5000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latin typeface="Times New Roman" panose="02020603050405020304" pitchFamily="18" charset="0"/>
                <a:cs typeface="Times New Roman" panose="02020603050405020304" pitchFamily="18" charset="0"/>
              </a:rPr>
              <a:t> </a:t>
            </a:r>
            <a:r>
              <a:rPr lang="en-US" altLang="ru-RU" b="1" dirty="0" smtClean="0">
                <a:solidFill>
                  <a:schemeClr val="tx1"/>
                </a:solidFill>
                <a:latin typeface="Times New Roman" panose="02020603050405020304" pitchFamily="18" charset="0"/>
                <a:cs typeface="Times New Roman" panose="02020603050405020304" pitchFamily="18" charset="0"/>
              </a:rPr>
              <a:t>Ion engine model testing stages.</a:t>
            </a:r>
            <a:r>
              <a:rPr lang="en-US" b="1" dirty="0" smtClean="0">
                <a:solidFill>
                  <a:schemeClr val="tx1"/>
                </a:solidFill>
                <a:latin typeface="Times New Roman" panose="02020603050405020304" pitchFamily="18" charset="0"/>
                <a:cs typeface="Times New Roman" panose="02020603050405020304" pitchFamily="18" charset="0"/>
              </a:rPr>
              <a:t>.</a:t>
            </a:r>
            <a:endParaRPr lang="ru-RU" b="1" dirty="0">
              <a:solidFill>
                <a:schemeClr val="tx1"/>
              </a:solidFill>
              <a:latin typeface="Times New Roman" panose="02020603050405020304" pitchFamily="18" charset="0"/>
              <a:cs typeface="Times New Roman" panose="02020603050405020304" pitchFamily="18" charset="0"/>
            </a:endParaRPr>
          </a:p>
          <a:p>
            <a:r>
              <a:rPr lang="en-US" dirty="0" smtClean="0">
                <a:solidFill>
                  <a:schemeClr val="tx1"/>
                </a:solidFill>
                <a:latin typeface="Times New Roman" panose="02020603050405020304" pitchFamily="18" charset="0"/>
                <a:cs typeface="Times New Roman" panose="02020603050405020304" pitchFamily="18" charset="0"/>
              </a:rPr>
              <a:t>.</a:t>
            </a:r>
            <a:endParaRPr lang="ru-RU" dirty="0">
              <a:solidFill>
                <a:schemeClr val="tx1"/>
              </a:solidFill>
              <a:latin typeface="Times New Roman" panose="02020603050405020304" pitchFamily="18" charset="0"/>
              <a:cs typeface="Times New Roman" panose="02020603050405020304" pitchFamily="18" charset="0"/>
            </a:endParaRPr>
          </a:p>
        </p:txBody>
      </p:sp>
      <p:pic>
        <p:nvPicPr>
          <p:cNvPr id="12" name="Picture 2" descr="WhatsApp Image 2024-11-10 at 11.59"/>
          <p:cNvPicPr>
            <a:picLocks noChangeAspect="1" noChangeArrowheads="1"/>
          </p:cNvPicPr>
          <p:nvPr/>
        </p:nvPicPr>
        <p:blipFill rotWithShape="1">
          <a:blip r:embed="rId1">
            <a:extLst>
              <a:ext uri="{28A0092B-C50C-407E-A947-70E740481C1C}">
                <a14:useLocalDpi xmlns:a14="http://schemas.microsoft.com/office/drawing/2010/main" val="0"/>
              </a:ext>
            </a:extLst>
          </a:blip>
          <a:srcRect t="38094" r="2300" b="34641"/>
          <a:stretch>
            <a:fillRect/>
          </a:stretch>
        </p:blipFill>
        <p:spPr bwMode="auto">
          <a:xfrm>
            <a:off x="-4" y="911825"/>
            <a:ext cx="9906002" cy="59446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Скругленный прямоугольник 3"/>
          <p:cNvSpPr/>
          <p:nvPr/>
        </p:nvSpPr>
        <p:spPr>
          <a:xfrm>
            <a:off x="1" y="0"/>
            <a:ext cx="9905999" cy="6856473"/>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a:solidFill>
                <a:prstClr val="white"/>
              </a:solidFill>
            </a:endParaRPr>
          </a:p>
        </p:txBody>
      </p:sp>
      <p:sp>
        <p:nvSpPr>
          <p:cNvPr id="5" name="Скругленный прямоугольник 4"/>
          <p:cNvSpPr/>
          <p:nvPr/>
        </p:nvSpPr>
        <p:spPr>
          <a:xfrm>
            <a:off x="0" y="0"/>
            <a:ext cx="9905999" cy="6856473"/>
          </a:xfrm>
          <a:prstGeom prst="roundRect">
            <a:avLst>
              <a:gd name="adj" fmla="val 4715"/>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algn="ctr" eaLnBrk="0" fontAlgn="base" hangingPunct="0">
              <a:spcBef>
                <a:spcPct val="0"/>
              </a:spcBef>
              <a:spcAft>
                <a:spcPct val="0"/>
              </a:spcAft>
            </a:pPr>
            <a:r>
              <a:rPr lang="en-US" sz="2800"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6</a:t>
            </a:r>
            <a:r>
              <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t>
            </a:r>
            <a:r>
              <a:rPr lang="en-US" sz="2800" b="1" dirty="0" smtClean="0">
                <a:solidFill>
                  <a:schemeClr val="bg1"/>
                </a:solidFill>
                <a:latin typeface="Times New Roman" panose="02020603050405020304" pitchFamily="18" charset="0"/>
                <a:cs typeface="Times New Roman" panose="02020603050405020304" pitchFamily="18" charset="0"/>
              </a:rPr>
              <a:t> </a:t>
            </a:r>
            <a:r>
              <a:rPr lang="en-US" sz="2800" b="1" dirty="0" smtClean="0">
                <a:solidFill>
                  <a:schemeClr val="bg1"/>
                </a:solidFill>
                <a:latin typeface="Times New Roman" panose="02020603050405020304" pitchFamily="18" charset="0"/>
                <a:cs typeface="Times New Roman" panose="02020603050405020304" pitchFamily="18" charset="0"/>
                <a:sym typeface="+mn-ea"/>
              </a:rPr>
              <a:t>Practic Part</a:t>
            </a:r>
            <a:endParaRPr lang="ru-RU" sz="2800" dirty="0" smtClean="0">
              <a:solidFill>
                <a:schemeClr val="bg1"/>
              </a:solidFill>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endPar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p:txBody>
      </p:sp>
      <p:sp>
        <p:nvSpPr>
          <p:cNvPr id="6" name="Прямоугольник с двумя скругленными соседними углами 5"/>
          <p:cNvSpPr/>
          <p:nvPr/>
        </p:nvSpPr>
        <p:spPr>
          <a:xfrm rot="10800000">
            <a:off x="-1" y="644836"/>
            <a:ext cx="9905999" cy="6211637"/>
          </a:xfrm>
          <a:prstGeom prst="round2SameRect">
            <a:avLst>
              <a:gd name="adj1" fmla="val 4863"/>
              <a:gd name="adj2" fmla="val 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dirty="0">
              <a:ln w="0"/>
              <a:solidFill>
                <a:prstClr val="black"/>
              </a:solidFill>
              <a:effectLst>
                <a:outerShdw blurRad="38100" dist="19050" dir="2700000" algn="tl" rotWithShape="0">
                  <a:prstClr val="black">
                    <a:alpha val="40000"/>
                  </a:prstClr>
                </a:outerShdw>
              </a:effectLst>
            </a:endParaRPr>
          </a:p>
        </p:txBody>
      </p:sp>
      <p:sp>
        <p:nvSpPr>
          <p:cNvPr id="15" name="Прямоугольник 14"/>
          <p:cNvSpPr/>
          <p:nvPr/>
        </p:nvSpPr>
        <p:spPr>
          <a:xfrm>
            <a:off x="2941955" y="654685"/>
            <a:ext cx="5735955" cy="2978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latin typeface="Times New Roman" panose="02020603050405020304" pitchFamily="18" charset="0"/>
                <a:cs typeface="Times New Roman" panose="02020603050405020304" pitchFamily="18" charset="0"/>
              </a:rPr>
              <a:t> </a:t>
            </a:r>
            <a:r>
              <a:rPr lang="en-US" altLang="ru-RU" dirty="0">
                <a:solidFill>
                  <a:schemeClr val="tx1"/>
                </a:solidFill>
                <a:latin typeface="Times New Roman" panose="02020603050405020304" pitchFamily="18" charset="0"/>
                <a:cs typeface="Times New Roman" panose="02020603050405020304" pitchFamily="18" charset="0"/>
              </a:rPr>
              <a:t>Stages of testing an ion engine model.</a:t>
            </a:r>
            <a:endParaRPr lang="en-US" altLang="ru-RU" dirty="0">
              <a:solidFill>
                <a:schemeClr val="tx1"/>
              </a:solidFill>
              <a:latin typeface="Times New Roman" panose="02020603050405020304" pitchFamily="18" charset="0"/>
              <a:cs typeface="Times New Roman" panose="02020603050405020304" pitchFamily="18" charset="0"/>
            </a:endParaRPr>
          </a:p>
        </p:txBody>
      </p:sp>
      <p:pic>
        <p:nvPicPr>
          <p:cNvPr id="11" name="Рисунок 10"/>
          <p:cNvPicPr>
            <a:picLocks noChangeAspect="1"/>
          </p:cNvPicPr>
          <p:nvPr/>
        </p:nvPicPr>
        <p:blipFill rotWithShape="1">
          <a:blip r:embed="rId1">
            <a:extLst>
              <a:ext uri="{28A0092B-C50C-407E-A947-70E740481C1C}">
                <a14:useLocalDpi xmlns:a14="http://schemas.microsoft.com/office/drawing/2010/main" val="0"/>
              </a:ext>
            </a:extLst>
          </a:blip>
          <a:srcRect t="2776" b="3968"/>
          <a:stretch>
            <a:fillRect/>
          </a:stretch>
        </p:blipFill>
        <p:spPr>
          <a:xfrm>
            <a:off x="-3" y="952499"/>
            <a:ext cx="9906003" cy="5903973"/>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Скругленный прямоугольник 3"/>
          <p:cNvSpPr/>
          <p:nvPr/>
        </p:nvSpPr>
        <p:spPr>
          <a:xfrm>
            <a:off x="1" y="0"/>
            <a:ext cx="9905999" cy="6856473"/>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a:solidFill>
                <a:prstClr val="white"/>
              </a:solidFill>
            </a:endParaRPr>
          </a:p>
        </p:txBody>
      </p:sp>
      <p:sp>
        <p:nvSpPr>
          <p:cNvPr id="5" name="Скругленный прямоугольник 4"/>
          <p:cNvSpPr/>
          <p:nvPr/>
        </p:nvSpPr>
        <p:spPr>
          <a:xfrm>
            <a:off x="0" y="-162560"/>
            <a:ext cx="9905999" cy="6856473"/>
          </a:xfrm>
          <a:prstGeom prst="roundRect">
            <a:avLst>
              <a:gd name="adj" fmla="val 4715"/>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algn="ctr" eaLnBrk="0" fontAlgn="base" hangingPunct="0">
              <a:spcBef>
                <a:spcPct val="0"/>
              </a:spcBef>
              <a:spcAft>
                <a:spcPct val="0"/>
              </a:spcAft>
            </a:pPr>
            <a:r>
              <a:rPr lang="en-US" sz="2800"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7</a:t>
            </a:r>
            <a:r>
              <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t>
            </a:r>
            <a:r>
              <a:rPr lang="en-US" sz="2800" b="1" dirty="0" smtClean="0">
                <a:solidFill>
                  <a:schemeClr val="bg1"/>
                </a:solidFill>
                <a:latin typeface="Times New Roman" panose="02020603050405020304" pitchFamily="18" charset="0"/>
                <a:cs typeface="Times New Roman" panose="02020603050405020304" pitchFamily="18" charset="0"/>
              </a:rPr>
              <a:t> </a:t>
            </a:r>
            <a:r>
              <a:rPr lang="en-US" sz="2800" b="1" dirty="0" smtClean="0">
                <a:solidFill>
                  <a:schemeClr val="bg1"/>
                </a:solidFill>
                <a:latin typeface="Times New Roman" panose="02020603050405020304" pitchFamily="18" charset="0"/>
                <a:cs typeface="Times New Roman" panose="02020603050405020304" pitchFamily="18" charset="0"/>
                <a:sym typeface="+mn-ea"/>
              </a:rPr>
              <a:t>Practic Part</a:t>
            </a:r>
            <a:r>
              <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endPar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p:txBody>
      </p:sp>
      <p:sp>
        <p:nvSpPr>
          <p:cNvPr id="6" name="Прямоугольник с двумя скругленными соседними углами 5"/>
          <p:cNvSpPr/>
          <p:nvPr/>
        </p:nvSpPr>
        <p:spPr>
          <a:xfrm rot="10800000">
            <a:off x="-1" y="644836"/>
            <a:ext cx="9905999" cy="6211637"/>
          </a:xfrm>
          <a:prstGeom prst="round2SameRect">
            <a:avLst>
              <a:gd name="adj1" fmla="val 4863"/>
              <a:gd name="adj2" fmla="val 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dirty="0">
              <a:ln w="0"/>
              <a:solidFill>
                <a:prstClr val="black"/>
              </a:solidFill>
              <a:effectLst>
                <a:outerShdw blurRad="38100" dist="19050" dir="2700000" algn="tl" rotWithShape="0">
                  <a:prstClr val="black">
                    <a:alpha val="40000"/>
                  </a:prstClr>
                </a:outerShdw>
              </a:effectLst>
            </a:endParaRPr>
          </a:p>
        </p:txBody>
      </p:sp>
      <p:sp>
        <p:nvSpPr>
          <p:cNvPr id="7" name="Прямоугольник 6"/>
          <p:cNvSpPr/>
          <p:nvPr/>
        </p:nvSpPr>
        <p:spPr>
          <a:xfrm>
            <a:off x="155783" y="715992"/>
            <a:ext cx="9609319" cy="1500997"/>
          </a:xfrm>
          <a:prstGeom prst="rect">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ru-RU" dirty="0">
                <a:solidFill>
                  <a:schemeClr val="tx1"/>
                </a:solidFill>
                <a:latin typeface="Times New Roman" panose="02020603050405020304" pitchFamily="18" charset="0"/>
                <a:cs typeface="Times New Roman" panose="02020603050405020304" pitchFamily="18" charset="0"/>
              </a:rPr>
              <a:t>The model’s diagram is shown. As you can see in the given scheme, there is a 5-volt power source, then a switch, and in the middle there is a transformer. A 5-volt voltage is supplied to the transformer, and a 400,000-volt output is generated. The cathode is negatively charged, and the anode is positively charged. Due to the high voltage, electrons begin to fly from the cathode toward the anode. After these electrons are emitted, they carry along the surrounding air they encounter, creating an ionic wind.</a:t>
            </a:r>
            <a:endParaRPr lang="en-US" altLang="ru-RU" dirty="0">
              <a:solidFill>
                <a:schemeClr val="tx1"/>
              </a:solidFill>
              <a:latin typeface="Times New Roman" panose="02020603050405020304" pitchFamily="18" charset="0"/>
              <a:cs typeface="Times New Roman" panose="02020603050405020304" pitchFamily="18" charset="0"/>
            </a:endParaRPr>
          </a:p>
        </p:txBody>
      </p:sp>
      <p:pic>
        <p:nvPicPr>
          <p:cNvPr id="8" name="Рисунок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55783" y="2307772"/>
            <a:ext cx="9609319" cy="4310141"/>
          </a:xfrm>
          <a:prstGeom prst="rect">
            <a:avLst/>
          </a:prstGeom>
          <a:ln w="28575">
            <a:solidFill>
              <a:schemeClr val="accent1"/>
            </a:solid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Скругленный прямоугольник 3"/>
          <p:cNvSpPr/>
          <p:nvPr/>
        </p:nvSpPr>
        <p:spPr>
          <a:xfrm>
            <a:off x="1" y="0"/>
            <a:ext cx="9905999" cy="6856473"/>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a:solidFill>
                <a:prstClr val="white"/>
              </a:solidFill>
            </a:endParaRPr>
          </a:p>
        </p:txBody>
      </p:sp>
      <p:sp>
        <p:nvSpPr>
          <p:cNvPr id="5" name="Скругленный прямоугольник 4"/>
          <p:cNvSpPr/>
          <p:nvPr/>
        </p:nvSpPr>
        <p:spPr>
          <a:xfrm>
            <a:off x="0" y="0"/>
            <a:ext cx="9905999" cy="6856473"/>
          </a:xfrm>
          <a:prstGeom prst="roundRect">
            <a:avLst>
              <a:gd name="adj" fmla="val 4715"/>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algn="ctr" eaLnBrk="0" fontAlgn="base" hangingPunct="0">
              <a:spcBef>
                <a:spcPct val="0"/>
              </a:spcBef>
              <a:spcAft>
                <a:spcPct val="0"/>
              </a:spcAft>
            </a:pPr>
            <a:r>
              <a:rPr lang="ru-RU" alt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8</a:t>
            </a:r>
            <a:r>
              <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t>
            </a:r>
            <a:r>
              <a:rPr lang="en-US" sz="2800" b="1" dirty="0" smtClean="0">
                <a:solidFill>
                  <a:schemeClr val="bg1"/>
                </a:solidFill>
                <a:latin typeface="Times New Roman" panose="02020603050405020304" pitchFamily="18" charset="0"/>
                <a:cs typeface="Times New Roman" panose="02020603050405020304" pitchFamily="18" charset="0"/>
              </a:rPr>
              <a:t> </a:t>
            </a:r>
            <a:r>
              <a:rPr lang="en-US" altLang="ru-RU" sz="2800" b="1" dirty="0" smtClean="0">
                <a:solidFill>
                  <a:schemeClr val="bg1"/>
                </a:solidFill>
                <a:latin typeface="Times New Roman" panose="02020603050405020304" pitchFamily="18" charset="0"/>
                <a:cs typeface="Times New Roman" panose="02020603050405020304" pitchFamily="18" charset="0"/>
              </a:rPr>
              <a:t>Following safety rules</a:t>
            </a:r>
            <a:endParaRPr lang="en-US" altLang="ru-RU" sz="2800" b="1" dirty="0" smtClean="0">
              <a:solidFill>
                <a:schemeClr val="bg1"/>
              </a:solidFill>
              <a:latin typeface="Times New Roman" panose="02020603050405020304" pitchFamily="18" charset="0"/>
              <a:cs typeface="Times New Roman" panose="02020603050405020304" pitchFamily="18" charset="0"/>
            </a:endParaRPr>
          </a:p>
          <a:p>
            <a:pPr algn="ctr" eaLnBrk="0" fontAlgn="base" hangingPunct="0">
              <a:spcBef>
                <a:spcPct val="0"/>
              </a:spcBef>
              <a:spcAft>
                <a:spcPct val="0"/>
              </a:spcAft>
            </a:pPr>
            <a:endPar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p:txBody>
      </p:sp>
      <p:sp>
        <p:nvSpPr>
          <p:cNvPr id="6" name="Прямоугольник с двумя скругленными соседними углами 5"/>
          <p:cNvSpPr/>
          <p:nvPr/>
        </p:nvSpPr>
        <p:spPr>
          <a:xfrm rot="10800000">
            <a:off x="-1" y="644836"/>
            <a:ext cx="9905999" cy="6211637"/>
          </a:xfrm>
          <a:prstGeom prst="round2SameRect">
            <a:avLst>
              <a:gd name="adj1" fmla="val 4863"/>
              <a:gd name="adj2" fmla="val 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dirty="0">
              <a:ln w="0"/>
              <a:solidFill>
                <a:prstClr val="black"/>
              </a:solidFill>
              <a:effectLst>
                <a:outerShdw blurRad="38100" dist="19050" dir="2700000" algn="tl" rotWithShape="0">
                  <a:prstClr val="black">
                    <a:alpha val="40000"/>
                  </a:prstClr>
                </a:outerShdw>
              </a:effectLst>
            </a:endParaRPr>
          </a:p>
        </p:txBody>
      </p:sp>
      <p:sp>
        <p:nvSpPr>
          <p:cNvPr id="7" name="Прямоугольник 6"/>
          <p:cNvSpPr/>
          <p:nvPr/>
        </p:nvSpPr>
        <p:spPr>
          <a:xfrm>
            <a:off x="183515" y="1714500"/>
            <a:ext cx="9489440" cy="4895850"/>
          </a:xfrm>
          <a:prstGeom prst="rect">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ru-RU" dirty="0">
                <a:solidFill>
                  <a:schemeClr val="tx1"/>
                </a:solidFill>
                <a:latin typeface="Times New Roman" panose="02020603050405020304" pitchFamily="18" charset="0"/>
                <a:cs typeface="Times New Roman" panose="02020603050405020304" pitchFamily="18" charset="0"/>
              </a:rPr>
              <a:t>When building an ion engine model, the release of plasma and ozone gas, as well as working with a high-voltage power source, can be dangerous. Therefore, strict safety rules must be followed. Below is a list of safety measures to consider during this process:</a:t>
            </a:r>
            <a:endParaRPr lang="en-US" altLang="ru-RU" dirty="0">
              <a:solidFill>
                <a:schemeClr val="tx1"/>
              </a:solidFill>
              <a:latin typeface="Times New Roman" panose="02020603050405020304" pitchFamily="18" charset="0"/>
              <a:cs typeface="Times New Roman" panose="02020603050405020304" pitchFamily="18" charset="0"/>
            </a:endParaRPr>
          </a:p>
          <a:p>
            <a:pPr algn="just"/>
            <a:r>
              <a:rPr lang="en-US" altLang="ru-RU" b="1" dirty="0">
                <a:solidFill>
                  <a:schemeClr val="tx1"/>
                </a:solidFill>
                <a:latin typeface="Times New Roman" panose="02020603050405020304" pitchFamily="18" charset="0"/>
                <a:cs typeface="Times New Roman" panose="02020603050405020304" pitchFamily="18" charset="0"/>
              </a:rPr>
              <a:t>1. Working with high-voltage power sources</a:t>
            </a:r>
            <a:endParaRPr lang="en-US" altLang="ru-RU" b="1" dirty="0">
              <a:solidFill>
                <a:schemeClr val="tx1"/>
              </a:solidFill>
              <a:latin typeface="Times New Roman" panose="02020603050405020304" pitchFamily="18" charset="0"/>
              <a:cs typeface="Times New Roman" panose="02020603050405020304" pitchFamily="18" charset="0"/>
            </a:endParaRPr>
          </a:p>
          <a:p>
            <a:pPr algn="just"/>
            <a:r>
              <a:rPr lang="en-US" altLang="ru-RU" dirty="0">
                <a:solidFill>
                  <a:schemeClr val="tx1"/>
                </a:solidFill>
                <a:latin typeface="Times New Roman" panose="02020603050405020304" pitchFamily="18" charset="0"/>
                <a:cs typeface="Times New Roman" panose="02020603050405020304" pitchFamily="18" charset="0"/>
              </a:rPr>
              <a:t>When working with high voltage, wear dielectric protective gloves and rubber-soled shoes. This helps protect you from electric shock.</a:t>
            </a:r>
            <a:endParaRPr lang="en-US" altLang="ru-RU" dirty="0">
              <a:solidFill>
                <a:schemeClr val="tx1"/>
              </a:solidFill>
              <a:latin typeface="Times New Roman" panose="02020603050405020304" pitchFamily="18" charset="0"/>
              <a:cs typeface="Times New Roman" panose="02020603050405020304" pitchFamily="18" charset="0"/>
            </a:endParaRPr>
          </a:p>
          <a:p>
            <a:pPr algn="just"/>
            <a:r>
              <a:rPr lang="en-US" altLang="ru-RU" dirty="0">
                <a:solidFill>
                  <a:schemeClr val="tx1"/>
                </a:solidFill>
                <a:latin typeface="Times New Roman" panose="02020603050405020304" pitchFamily="18" charset="0"/>
                <a:cs typeface="Times New Roman" panose="02020603050405020304" pitchFamily="18" charset="0"/>
              </a:rPr>
              <a:t>If you need to modify, inspect, or adjust the device, first turn off all power sources. Opening or changing the device while it is powered is very dangerous.</a:t>
            </a:r>
            <a:endParaRPr lang="en-US" altLang="ru-RU" dirty="0">
              <a:solidFill>
                <a:schemeClr val="tx1"/>
              </a:solidFill>
              <a:latin typeface="Times New Roman" panose="02020603050405020304" pitchFamily="18" charset="0"/>
              <a:cs typeface="Times New Roman" panose="02020603050405020304" pitchFamily="18" charset="0"/>
            </a:endParaRPr>
          </a:p>
          <a:p>
            <a:pPr algn="just"/>
            <a:r>
              <a:rPr lang="en-US" altLang="ru-RU" b="1" dirty="0">
                <a:solidFill>
                  <a:schemeClr val="tx1"/>
                </a:solidFill>
                <a:latin typeface="Times New Roman" panose="02020603050405020304" pitchFamily="18" charset="0"/>
                <a:cs typeface="Times New Roman" panose="02020603050405020304" pitchFamily="18" charset="0"/>
              </a:rPr>
              <a:t>2. When plasma is generated</a:t>
            </a:r>
            <a:endParaRPr lang="en-US" altLang="ru-RU" b="1" dirty="0">
              <a:solidFill>
                <a:schemeClr val="tx1"/>
              </a:solidFill>
              <a:latin typeface="Times New Roman" panose="02020603050405020304" pitchFamily="18" charset="0"/>
              <a:cs typeface="Times New Roman" panose="02020603050405020304" pitchFamily="18" charset="0"/>
            </a:endParaRPr>
          </a:p>
          <a:p>
            <a:pPr algn="just"/>
            <a:r>
              <a:rPr lang="en-US" altLang="ru-RU" dirty="0">
                <a:solidFill>
                  <a:schemeClr val="tx1"/>
                </a:solidFill>
                <a:latin typeface="Times New Roman" panose="02020603050405020304" pitchFamily="18" charset="0"/>
                <a:cs typeface="Times New Roman" panose="02020603050405020304" pitchFamily="18" charset="0"/>
              </a:rPr>
              <a:t>Work in a controlled and safe environment when plasma is produced. Ultraviolet radiation emitted by plasma can be harmful to the eyes. Therefore, avoid looking directly at the device or use protective goggles.</a:t>
            </a:r>
            <a:endParaRPr lang="en-US" altLang="ru-RU" dirty="0">
              <a:solidFill>
                <a:schemeClr val="tx1"/>
              </a:solidFill>
              <a:latin typeface="Times New Roman" panose="02020603050405020304" pitchFamily="18" charset="0"/>
              <a:cs typeface="Times New Roman" panose="02020603050405020304" pitchFamily="18" charset="0"/>
            </a:endParaRPr>
          </a:p>
          <a:p>
            <a:pPr algn="just"/>
            <a:r>
              <a:rPr lang="en-US" altLang="ru-RU" b="1" dirty="0">
                <a:solidFill>
                  <a:schemeClr val="tx1"/>
                </a:solidFill>
                <a:latin typeface="Times New Roman" panose="02020603050405020304" pitchFamily="18" charset="0"/>
                <a:cs typeface="Times New Roman" panose="02020603050405020304" pitchFamily="18" charset="0"/>
              </a:rPr>
              <a:t>3. Ozone gas release</a:t>
            </a:r>
            <a:endParaRPr lang="en-US" altLang="ru-RU" b="1" dirty="0">
              <a:solidFill>
                <a:schemeClr val="tx1"/>
              </a:solidFill>
              <a:latin typeface="Times New Roman" panose="02020603050405020304" pitchFamily="18" charset="0"/>
              <a:cs typeface="Times New Roman" panose="02020603050405020304" pitchFamily="18" charset="0"/>
            </a:endParaRPr>
          </a:p>
          <a:p>
            <a:pPr algn="just"/>
            <a:r>
              <a:rPr lang="en-US" altLang="ru-RU" b="1" dirty="0">
                <a:solidFill>
                  <a:schemeClr val="tx1"/>
                </a:solidFill>
                <a:latin typeface="Times New Roman" panose="02020603050405020304" pitchFamily="18" charset="0"/>
                <a:cs typeface="Times New Roman" panose="02020603050405020304" pitchFamily="18" charset="0"/>
              </a:rPr>
              <a:t>Ventilation system: </a:t>
            </a:r>
            <a:r>
              <a:rPr lang="en-US" altLang="ru-RU" dirty="0">
                <a:solidFill>
                  <a:schemeClr val="tx1"/>
                </a:solidFill>
                <a:latin typeface="Times New Roman" panose="02020603050405020304" pitchFamily="18" charset="0"/>
                <a:cs typeface="Times New Roman" panose="02020603050405020304" pitchFamily="18" charset="0"/>
              </a:rPr>
              <a:t>Ozone gas may be released during plasma generation. Inhaling large amounts of ozone is harmful, so the room must be well ventilated or an air purification system should be used.</a:t>
            </a:r>
            <a:endParaRPr lang="en-US" altLang="ru-RU" dirty="0">
              <a:solidFill>
                <a:schemeClr val="tx1"/>
              </a:solidFill>
              <a:latin typeface="Times New Roman" panose="02020603050405020304" pitchFamily="18" charset="0"/>
              <a:cs typeface="Times New Roman" panose="02020603050405020304" pitchFamily="18" charset="0"/>
            </a:endParaRPr>
          </a:p>
          <a:p>
            <a:pPr algn="just"/>
            <a:r>
              <a:rPr lang="en-US" altLang="ru-RU" b="1" dirty="0">
                <a:solidFill>
                  <a:schemeClr val="tx1"/>
                </a:solidFill>
                <a:latin typeface="Times New Roman" panose="02020603050405020304" pitchFamily="18" charset="0"/>
                <a:cs typeface="Times New Roman" panose="02020603050405020304" pitchFamily="18" charset="0"/>
              </a:rPr>
              <a:t>Protective mask:</a:t>
            </a:r>
            <a:r>
              <a:rPr lang="en-US" altLang="ru-RU" dirty="0">
                <a:solidFill>
                  <a:schemeClr val="tx1"/>
                </a:solidFill>
                <a:latin typeface="Times New Roman" panose="02020603050405020304" pitchFamily="18" charset="0"/>
                <a:cs typeface="Times New Roman" panose="02020603050405020304" pitchFamily="18" charset="0"/>
              </a:rPr>
              <a:t> If ventilation is insufficient, use a respirator or special protective mask to avoid ozone exposure.</a:t>
            </a:r>
            <a:endParaRPr lang="en-US" altLang="ru-RU" dirty="0">
              <a:solidFill>
                <a:schemeClr val="tx1"/>
              </a:solidFill>
              <a:latin typeface="Times New Roman" panose="02020603050405020304" pitchFamily="18" charset="0"/>
              <a:cs typeface="Times New Roman" panose="02020603050405020304" pitchFamily="18" charset="0"/>
            </a:endParaRPr>
          </a:p>
          <a:p>
            <a:pPr algn="just"/>
            <a:endParaRPr lang="en-US" altLang="ru-RU" dirty="0">
              <a:solidFill>
                <a:schemeClr val="tx1"/>
              </a:solidFill>
              <a:latin typeface="Times New Roman" panose="02020603050405020304" pitchFamily="18" charset="0"/>
              <a:cs typeface="Times New Roman" panose="02020603050405020304" pitchFamily="18" charset="0"/>
            </a:endParaRPr>
          </a:p>
        </p:txBody>
      </p:sp>
      <p:pic>
        <p:nvPicPr>
          <p:cNvPr id="10" name="Рисунок 9"/>
          <p:cNvPicPr>
            <a:picLocks noChangeAspect="1"/>
          </p:cNvPicPr>
          <p:nvPr/>
        </p:nvPicPr>
        <p:blipFill rotWithShape="1">
          <a:blip r:embed="rId1" cstate="print">
            <a:extLst>
              <a:ext uri="{28A0092B-C50C-407E-A947-70E740481C1C}">
                <a14:useLocalDpi xmlns:a14="http://schemas.microsoft.com/office/drawing/2010/main" val="0"/>
              </a:ext>
            </a:extLst>
          </a:blip>
          <a:srcRect l="12856" t="12086" r="11738" b="14326"/>
          <a:stretch>
            <a:fillRect/>
          </a:stretch>
        </p:blipFill>
        <p:spPr>
          <a:xfrm>
            <a:off x="2247900" y="714894"/>
            <a:ext cx="952500" cy="929548"/>
          </a:xfrm>
          <a:prstGeom prst="rect">
            <a:avLst/>
          </a:prstGeom>
        </p:spPr>
      </p:pic>
      <p:pic>
        <p:nvPicPr>
          <p:cNvPr id="13" name="Рисунок 12"/>
          <p:cNvPicPr>
            <a:picLocks noChangeAspect="1"/>
          </p:cNvPicPr>
          <p:nvPr/>
        </p:nvPicPr>
        <p:blipFill rotWithShape="1">
          <a:blip r:embed="rId1" cstate="print">
            <a:extLst>
              <a:ext uri="{28A0092B-C50C-407E-A947-70E740481C1C}">
                <a14:useLocalDpi xmlns:a14="http://schemas.microsoft.com/office/drawing/2010/main" val="0"/>
              </a:ext>
            </a:extLst>
          </a:blip>
          <a:srcRect l="12856" t="12086" r="11738" b="14326"/>
          <a:stretch>
            <a:fillRect/>
          </a:stretch>
        </p:blipFill>
        <p:spPr>
          <a:xfrm>
            <a:off x="4295775" y="714894"/>
            <a:ext cx="952500" cy="929548"/>
          </a:xfrm>
          <a:prstGeom prst="rect">
            <a:avLst/>
          </a:prstGeom>
        </p:spPr>
      </p:pic>
      <p:pic>
        <p:nvPicPr>
          <p:cNvPr id="14" name="Рисунок 13"/>
          <p:cNvPicPr>
            <a:picLocks noChangeAspect="1"/>
          </p:cNvPicPr>
          <p:nvPr/>
        </p:nvPicPr>
        <p:blipFill rotWithShape="1">
          <a:blip r:embed="rId1" cstate="print">
            <a:extLst>
              <a:ext uri="{28A0092B-C50C-407E-A947-70E740481C1C}">
                <a14:useLocalDpi xmlns:a14="http://schemas.microsoft.com/office/drawing/2010/main" val="0"/>
              </a:ext>
            </a:extLst>
          </a:blip>
          <a:srcRect l="12856" t="12086" r="11738" b="14326"/>
          <a:stretch>
            <a:fillRect/>
          </a:stretch>
        </p:blipFill>
        <p:spPr>
          <a:xfrm>
            <a:off x="6343650" y="714894"/>
            <a:ext cx="952500" cy="929548"/>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Скругленный прямоугольник 3"/>
          <p:cNvSpPr/>
          <p:nvPr/>
        </p:nvSpPr>
        <p:spPr>
          <a:xfrm>
            <a:off x="1" y="0"/>
            <a:ext cx="9905999" cy="6856473"/>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a:solidFill>
                <a:prstClr val="white"/>
              </a:solidFill>
            </a:endParaRPr>
          </a:p>
        </p:txBody>
      </p:sp>
      <p:sp>
        <p:nvSpPr>
          <p:cNvPr id="5" name="Скругленный прямоугольник 4"/>
          <p:cNvSpPr/>
          <p:nvPr/>
        </p:nvSpPr>
        <p:spPr>
          <a:xfrm>
            <a:off x="0" y="0"/>
            <a:ext cx="9905999" cy="6856473"/>
          </a:xfrm>
          <a:prstGeom prst="roundRect">
            <a:avLst>
              <a:gd name="adj" fmla="val 4715"/>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algn="ctr" eaLnBrk="0" fontAlgn="base" hangingPunct="0">
              <a:spcBef>
                <a:spcPct val="0"/>
              </a:spcBef>
              <a:spcAft>
                <a:spcPct val="0"/>
              </a:spcAft>
            </a:pPr>
            <a:r>
              <a:rPr lang="ru-RU" alt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8</a:t>
            </a:r>
            <a:r>
              <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t>
            </a:r>
            <a:r>
              <a:rPr lang="en-US" sz="2800" b="1" dirty="0" smtClean="0">
                <a:solidFill>
                  <a:schemeClr val="bg1"/>
                </a:solidFill>
                <a:latin typeface="Times New Roman" panose="02020603050405020304" pitchFamily="18" charset="0"/>
                <a:cs typeface="Times New Roman" panose="02020603050405020304" pitchFamily="18" charset="0"/>
              </a:rPr>
              <a:t> Conclusion</a:t>
            </a:r>
            <a:endParaRPr lang="en-US" sz="2800" b="1" dirty="0" smtClean="0">
              <a:solidFill>
                <a:schemeClr val="bg1"/>
              </a:solidFill>
              <a:latin typeface="Times New Roman" panose="02020603050405020304" pitchFamily="18" charset="0"/>
              <a:cs typeface="Times New Roman" panose="02020603050405020304" pitchFamily="18" charset="0"/>
            </a:endParaRPr>
          </a:p>
          <a:p>
            <a:pPr algn="ctr" eaLnBrk="0" fontAlgn="base" hangingPunct="0">
              <a:spcBef>
                <a:spcPct val="0"/>
              </a:spcBef>
              <a:spcAft>
                <a:spcPct val="0"/>
              </a:spcAft>
            </a:pPr>
            <a:endParaRPr lang="en-US" sz="2800"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smtClean="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603885" indent="-603885" algn="ctr">
              <a:buFont typeface="+mj-lt"/>
              <a:buAutoNum type="arabicPeriod"/>
            </a:pPr>
            <a:endParaRPr lang="en-US" sz="2925" b="1" dirty="0">
              <a:ln w="0"/>
              <a:solidFill>
                <a:prstClr val="white"/>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a:p>
            <a:endParaRPr lang="en-US" sz="1465" dirty="0">
              <a:ln w="0"/>
              <a:solidFill>
                <a:srgbClr val="5B9BD5"/>
              </a:solidFill>
              <a:effectLst>
                <a:outerShdw blurRad="38100" dist="25400" dir="5400000" algn="ctr" rotWithShape="0">
                  <a:srgbClr val="6E747A">
                    <a:alpha val="43000"/>
                  </a:srgbClr>
                </a:outerShdw>
              </a:effectLst>
            </a:endParaRPr>
          </a:p>
        </p:txBody>
      </p:sp>
      <p:sp>
        <p:nvSpPr>
          <p:cNvPr id="6" name="Прямоугольник с двумя скругленными соседними углами 5"/>
          <p:cNvSpPr/>
          <p:nvPr/>
        </p:nvSpPr>
        <p:spPr>
          <a:xfrm rot="10800000">
            <a:off x="-1" y="644836"/>
            <a:ext cx="9905999" cy="6211637"/>
          </a:xfrm>
          <a:prstGeom prst="round2SameRect">
            <a:avLst>
              <a:gd name="adj1" fmla="val 4863"/>
              <a:gd name="adj2" fmla="val 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65" dirty="0">
              <a:ln w="0"/>
              <a:solidFill>
                <a:prstClr val="black"/>
              </a:solidFill>
              <a:effectLst>
                <a:outerShdw blurRad="38100" dist="19050" dir="2700000" algn="tl" rotWithShape="0">
                  <a:prstClr val="black">
                    <a:alpha val="40000"/>
                  </a:prstClr>
                </a:outerShdw>
              </a:effectLst>
            </a:endParaRPr>
          </a:p>
        </p:txBody>
      </p:sp>
      <p:sp>
        <p:nvSpPr>
          <p:cNvPr id="13" name="Прямоугольник 12"/>
          <p:cNvSpPr/>
          <p:nvPr/>
        </p:nvSpPr>
        <p:spPr>
          <a:xfrm>
            <a:off x="101600" y="995045"/>
            <a:ext cx="9702800" cy="5510530"/>
          </a:xfrm>
          <a:prstGeom prst="rect">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ru-RU" dirty="0" smtClean="0">
                <a:solidFill>
                  <a:schemeClr val="tx1"/>
                </a:solidFill>
                <a:latin typeface="Times New Roman" panose="02020603050405020304" pitchFamily="18" charset="0"/>
                <a:cs typeface="Times New Roman" panose="02020603050405020304" pitchFamily="18" charset="0"/>
              </a:rPr>
              <a:t>The ion engine is an innovative achievement in space technology. Its main feature is the ability to achieve high speeds in space using minimal fuel. Compared to chemical engines, ion engines are much more efficient and are suitable for long-distance missions and space exploration. The ion engine model we built is an important tool for understanding the working principles of this technology. It demonstrates the processes of ionization, acceleration, and motion, helping students understand complex physical mechanisms. The project is aimed not only at theoretical learning but also at developing practical skills.</a:t>
            </a:r>
            <a:endParaRPr lang="en-US" altLang="ru-RU" dirty="0" smtClean="0">
              <a:solidFill>
                <a:schemeClr val="tx1"/>
              </a:solidFill>
              <a:latin typeface="Times New Roman" panose="02020603050405020304" pitchFamily="18" charset="0"/>
              <a:cs typeface="Times New Roman" panose="02020603050405020304" pitchFamily="18" charset="0"/>
            </a:endParaRPr>
          </a:p>
          <a:p>
            <a:pPr algn="just"/>
            <a:r>
              <a:rPr lang="en-US" altLang="ru-RU" dirty="0" smtClean="0">
                <a:solidFill>
                  <a:schemeClr val="tx1"/>
                </a:solidFill>
                <a:latin typeface="Times New Roman" panose="02020603050405020304" pitchFamily="18" charset="0"/>
                <a:cs typeface="Times New Roman" panose="02020603050405020304" pitchFamily="18" charset="0"/>
              </a:rPr>
              <a:t>By thoroughly studying the working principles of ion engines, information was collected and analyzed from scientific sources. During the work process, a working model of an ion engine was constructed, and its results were carefully tested. The obtained data proved useful for use in physics lessons and extracurricular activities. This research opened the way to a broader understanding of ion engine capabilities and their practical application.</a:t>
            </a:r>
            <a:endParaRPr lang="en-US" altLang="ru-RU" dirty="0" smtClean="0">
              <a:solidFill>
                <a:schemeClr val="tx1"/>
              </a:solidFill>
              <a:latin typeface="Times New Roman" panose="02020603050405020304" pitchFamily="18" charset="0"/>
              <a:cs typeface="Times New Roman" panose="02020603050405020304" pitchFamily="18" charset="0"/>
            </a:endParaRPr>
          </a:p>
          <a:p>
            <a:pPr algn="just"/>
            <a:r>
              <a:rPr lang="en-US" altLang="ru-RU" dirty="0" smtClean="0">
                <a:solidFill>
                  <a:schemeClr val="tx1"/>
                </a:solidFill>
                <a:latin typeface="Times New Roman" panose="02020603050405020304" pitchFamily="18" charset="0"/>
                <a:cs typeface="Times New Roman" panose="02020603050405020304" pitchFamily="18" charset="0"/>
              </a:rPr>
              <a:t>While building the model, students learn different aspects of engineering and develop technical skills. This is not only a lesson but also a strong motivational tool that sparks interest in science and space. Students gain practical experience in engineering alongside theoretical knowledge, preparing them for more complex projects in the future. The economic efficiency of the project is also important: building the ion engine model costs about 2000 tenge, making it affordable for any student. In conclusion, this model helps develop engineering skills and serves as a first step toward space research.</a:t>
            </a:r>
            <a:endParaRPr lang="en-US" altLang="ru-RU" dirty="0"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_Тема Office">
  <a:themeElements>
    <a:clrScheme name="IT Pitch deck">
      <a:dk1>
        <a:sysClr val="windowText" lastClr="000000"/>
      </a:dk1>
      <a:lt1>
        <a:sysClr val="window" lastClr="FFFFFF"/>
      </a:lt1>
      <a:dk2>
        <a:srgbClr val="44546A"/>
      </a:dk2>
      <a:lt2>
        <a:srgbClr val="E7E6E6"/>
      </a:lt2>
      <a:accent1>
        <a:srgbClr val="0051E8"/>
      </a:accent1>
      <a:accent2>
        <a:srgbClr val="367CFF"/>
      </a:accent2>
      <a:accent3>
        <a:srgbClr val="00369B"/>
      </a:accent3>
      <a:accent4>
        <a:srgbClr val="FA3585"/>
      </a:accent4>
      <a:accent5>
        <a:srgbClr val="5B9BD5"/>
      </a:accent5>
      <a:accent6>
        <a:srgbClr val="70AD47"/>
      </a:accent6>
      <a:hlink>
        <a:srgbClr val="0563C1"/>
      </a:hlink>
      <a:folHlink>
        <a:srgbClr val="954F72"/>
      </a:folHlink>
    </a:clrScheme>
    <a:fontScheme name="Другая 4">
      <a:majorFont>
        <a:latin typeface="Oswald"/>
        <a:ea typeface=""/>
        <a:cs typeface=""/>
      </a:majorFont>
      <a:minorFont>
        <a:latin typeface="Oswald Ligh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5406</Words>
  <Application>WPS Presentation</Application>
  <PresentationFormat>Лист A4 (210x297 мм)</PresentationFormat>
  <Paragraphs>335</Paragraphs>
  <Slides>10</Slides>
  <Notes>1</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10</vt:i4>
      </vt:variant>
    </vt:vector>
  </HeadingPairs>
  <TitlesOfParts>
    <vt:vector size="29" baseType="lpstr">
      <vt:lpstr>Arial</vt:lpstr>
      <vt:lpstr>SimSun</vt:lpstr>
      <vt:lpstr>Wingdings</vt:lpstr>
      <vt:lpstr>VTB Group Cond</vt:lpstr>
      <vt:lpstr>Yu Gothic UI</vt:lpstr>
      <vt:lpstr>Oswald Light</vt:lpstr>
      <vt:lpstr>Segoe Print</vt:lpstr>
      <vt:lpstr>VTB Group Cond Book</vt:lpstr>
      <vt:lpstr>Calibri</vt:lpstr>
      <vt:lpstr>Roboto Condensed</vt:lpstr>
      <vt:lpstr>Verdana</vt:lpstr>
      <vt:lpstr>Times New Roman</vt:lpstr>
      <vt:lpstr>Microsoft YaHei</vt:lpstr>
      <vt:lpstr>Arial Unicode MS</vt:lpstr>
      <vt:lpstr>Calibri Light</vt:lpstr>
      <vt:lpstr>Oswald Light</vt:lpstr>
      <vt:lpstr>Calibri</vt:lpstr>
      <vt:lpstr>1_Тема Office</vt:lpstr>
      <vt:lpstr>2_Тема Office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 Windows</dc:creator>
  <cp:lastModifiedBy>жандос Абилхан</cp:lastModifiedBy>
  <cp:revision>70</cp:revision>
  <dcterms:created xsi:type="dcterms:W3CDTF">2025-02-09T08:45:00Z</dcterms:created>
  <dcterms:modified xsi:type="dcterms:W3CDTF">2026-05-02T16:39:03Z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338ABDA4201942EABD127A1CA7AE54C9_12</vt:lpwstr>
  </property>
  <property fmtid="{D5CDD505-2E9C-101B-9397-08002B2CF9AE}" pid="3" name="KSOProductBuildVer">
    <vt:lpwstr>1049-12.1.0.25242</vt:lpwstr>
  </property>
</Properties>
</file>